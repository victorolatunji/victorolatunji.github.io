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3ED"/>
    <a:srgbClr val="C1E5F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750269-FFDD-9120-7C18-E434EA9612DB}" v="888" dt="2025-12-02T22:26:16.718"/>
    <p1510:client id="{615CF40B-9175-4A43-8987-8A43C4272B52}" v="546" dt="2025-12-02T01:49:00.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otenda Chibi" userId="5ee442dd-78bf-4cd2-86a0-2be3ea74b14d" providerId="ADAL" clId="{FEA4F889-2FCC-4AE0-A0C0-4A7D583B577A}"/>
    <pc:docChg chg="undo redo custSel addSld modSld sldOrd">
      <pc:chgData name="Tinotenda Chibi" userId="5ee442dd-78bf-4cd2-86a0-2be3ea74b14d" providerId="ADAL" clId="{FEA4F889-2FCC-4AE0-A0C0-4A7D583B577A}" dt="2025-12-02T01:48:42.193" v="548"/>
      <pc:docMkLst>
        <pc:docMk/>
      </pc:docMkLst>
      <pc:sldChg chg="addSp delSp modSp mod setBg">
        <pc:chgData name="Tinotenda Chibi" userId="5ee442dd-78bf-4cd2-86a0-2be3ea74b14d" providerId="ADAL" clId="{FEA4F889-2FCC-4AE0-A0C0-4A7D583B577A}" dt="2025-12-02T01:48:42.193" v="548"/>
        <pc:sldMkLst>
          <pc:docMk/>
          <pc:sldMk cId="460677316" sldId="256"/>
        </pc:sldMkLst>
        <pc:spChg chg="mod">
          <ac:chgData name="Tinotenda Chibi" userId="5ee442dd-78bf-4cd2-86a0-2be3ea74b14d" providerId="ADAL" clId="{FEA4F889-2FCC-4AE0-A0C0-4A7D583B577A}" dt="2025-12-01T20:17:41.209" v="5" actId="26606"/>
          <ac:spMkLst>
            <pc:docMk/>
            <pc:sldMk cId="460677316" sldId="256"/>
            <ac:spMk id="2" creationId="{9F6A99BE-B6E4-2421-5059-BF8A53C77B02}"/>
          </ac:spMkLst>
        </pc:spChg>
        <pc:spChg chg="mod">
          <ac:chgData name="Tinotenda Chibi" userId="5ee442dd-78bf-4cd2-86a0-2be3ea74b14d" providerId="ADAL" clId="{FEA4F889-2FCC-4AE0-A0C0-4A7D583B577A}" dt="2025-12-01T20:17:41.209" v="5" actId="26606"/>
          <ac:spMkLst>
            <pc:docMk/>
            <pc:sldMk cId="460677316" sldId="256"/>
            <ac:spMk id="3" creationId="{C9E2934B-3250-D5CC-1A48-8D2BEF486F9E}"/>
          </ac:spMkLst>
        </pc:spChg>
        <pc:spChg chg="add del">
          <ac:chgData name="Tinotenda Chibi" userId="5ee442dd-78bf-4cd2-86a0-2be3ea74b14d" providerId="ADAL" clId="{FEA4F889-2FCC-4AE0-A0C0-4A7D583B577A}" dt="2025-12-01T20:17:41.209" v="5" actId="26606"/>
          <ac:spMkLst>
            <pc:docMk/>
            <pc:sldMk cId="460677316" sldId="256"/>
            <ac:spMk id="1030" creationId="{7DA3C418-758E-4180-A5D0-8655D6804587}"/>
          </ac:spMkLst>
        </pc:spChg>
        <pc:spChg chg="add del">
          <ac:chgData name="Tinotenda Chibi" userId="5ee442dd-78bf-4cd2-86a0-2be3ea74b14d" providerId="ADAL" clId="{FEA4F889-2FCC-4AE0-A0C0-4A7D583B577A}" dt="2025-12-01T20:17:41.209" v="5" actId="26606"/>
          <ac:spMkLst>
            <pc:docMk/>
            <pc:sldMk cId="460677316" sldId="256"/>
            <ac:spMk id="1032" creationId="{28C8EF06-5EC3-4883-AFAF-D74FF46550FB}"/>
          </ac:spMkLst>
        </pc:spChg>
        <pc:spChg chg="add del">
          <ac:chgData name="Tinotenda Chibi" userId="5ee442dd-78bf-4cd2-86a0-2be3ea74b14d" providerId="ADAL" clId="{FEA4F889-2FCC-4AE0-A0C0-4A7D583B577A}" dt="2025-12-01T20:17:41.209" v="5" actId="26606"/>
          <ac:spMkLst>
            <pc:docMk/>
            <pc:sldMk cId="460677316" sldId="256"/>
            <ac:spMk id="1037" creationId="{A1D7EC86-7CB9-431D-8AC3-8AAF0440B162}"/>
          </ac:spMkLst>
        </pc:spChg>
        <pc:spChg chg="add del">
          <ac:chgData name="Tinotenda Chibi" userId="5ee442dd-78bf-4cd2-86a0-2be3ea74b14d" providerId="ADAL" clId="{FEA4F889-2FCC-4AE0-A0C0-4A7D583B577A}" dt="2025-12-01T20:17:41.209" v="5" actId="26606"/>
          <ac:spMkLst>
            <pc:docMk/>
            <pc:sldMk cId="460677316" sldId="256"/>
            <ac:spMk id="1039" creationId="{D4B9777F-B610-419B-9193-80306388F3E2}"/>
          </ac:spMkLst>
        </pc:spChg>
        <pc:spChg chg="add del">
          <ac:chgData name="Tinotenda Chibi" userId="5ee442dd-78bf-4cd2-86a0-2be3ea74b14d" providerId="ADAL" clId="{FEA4F889-2FCC-4AE0-A0C0-4A7D583B577A}" dt="2025-12-01T20:17:41.209" v="5" actId="26606"/>
          <ac:spMkLst>
            <pc:docMk/>
            <pc:sldMk cId="460677316" sldId="256"/>
            <ac:spMk id="1041" creationId="{311F016A-A753-449B-9EA6-322199B7119E}"/>
          </ac:spMkLst>
        </pc:spChg>
        <pc:spChg chg="add del">
          <ac:chgData name="Tinotenda Chibi" userId="5ee442dd-78bf-4cd2-86a0-2be3ea74b14d" providerId="ADAL" clId="{FEA4F889-2FCC-4AE0-A0C0-4A7D583B577A}" dt="2025-12-01T20:17:41.209" v="5" actId="26606"/>
          <ac:spMkLst>
            <pc:docMk/>
            <pc:sldMk cId="460677316" sldId="256"/>
            <ac:spMk id="1043" creationId="{95106A28-883A-4993-BF9E-C403B81A8D66}"/>
          </ac:spMkLst>
        </pc:spChg>
        <pc:spChg chg="add del">
          <ac:chgData name="Tinotenda Chibi" userId="5ee442dd-78bf-4cd2-86a0-2be3ea74b14d" providerId="ADAL" clId="{FEA4F889-2FCC-4AE0-A0C0-4A7D583B577A}" dt="2025-12-01T20:17:41.209" v="5" actId="26606"/>
          <ac:spMkLst>
            <pc:docMk/>
            <pc:sldMk cId="460677316" sldId="256"/>
            <ac:spMk id="1045" creationId="{F5AE4E4F-9F4C-43ED-8299-9BD63B74E8F0}"/>
          </ac:spMkLst>
        </pc:spChg>
        <pc:picChg chg="mod ord">
          <ac:chgData name="Tinotenda Chibi" userId="5ee442dd-78bf-4cd2-86a0-2be3ea74b14d" providerId="ADAL" clId="{FEA4F889-2FCC-4AE0-A0C0-4A7D583B577A}" dt="2025-12-01T20:17:41.209" v="5" actId="26606"/>
          <ac:picMkLst>
            <pc:docMk/>
            <pc:sldMk cId="460677316" sldId="256"/>
            <ac:picMk id="1025" creationId="{53327B8A-1D23-849D-29B9-1CC7A6614C55}"/>
          </ac:picMkLst>
        </pc:picChg>
        <pc:picChg chg="del">
          <ac:chgData name="Tinotenda Chibi" userId="5ee442dd-78bf-4cd2-86a0-2be3ea74b14d" providerId="ADAL" clId="{FEA4F889-2FCC-4AE0-A0C0-4A7D583B577A}" dt="2025-12-01T20:16:42.046" v="3" actId="478"/>
          <ac:picMkLst>
            <pc:docMk/>
            <pc:sldMk cId="460677316" sldId="256"/>
            <ac:picMk id="1027" creationId="{26F980BF-6E11-89CA-8615-81E12991CF13}"/>
          </ac:picMkLst>
        </pc:picChg>
      </pc:sldChg>
      <pc:sldChg chg="addSp modSp mod">
        <pc:chgData name="Tinotenda Chibi" userId="5ee442dd-78bf-4cd2-86a0-2be3ea74b14d" providerId="ADAL" clId="{FEA4F889-2FCC-4AE0-A0C0-4A7D583B577A}" dt="2025-12-02T00:05:21.925" v="547" actId="20577"/>
        <pc:sldMkLst>
          <pc:docMk/>
          <pc:sldMk cId="1954492655" sldId="257"/>
        </pc:sldMkLst>
        <pc:spChg chg="add mod">
          <ac:chgData name="Tinotenda Chibi" userId="5ee442dd-78bf-4cd2-86a0-2be3ea74b14d" providerId="ADAL" clId="{FEA4F889-2FCC-4AE0-A0C0-4A7D583B577A}" dt="2025-12-01T20:46:13.317" v="413" actId="14100"/>
          <ac:spMkLst>
            <pc:docMk/>
            <pc:sldMk cId="1954492655" sldId="257"/>
            <ac:spMk id="2" creationId="{ABE156BA-0091-1009-7465-8103C9E5E97F}"/>
          </ac:spMkLst>
        </pc:spChg>
        <pc:spChg chg="mod">
          <ac:chgData name="Tinotenda Chibi" userId="5ee442dd-78bf-4cd2-86a0-2be3ea74b14d" providerId="ADAL" clId="{FEA4F889-2FCC-4AE0-A0C0-4A7D583B577A}" dt="2025-12-02T00:05:21.925" v="547" actId="20577"/>
          <ac:spMkLst>
            <pc:docMk/>
            <pc:sldMk cId="1954492655" sldId="257"/>
            <ac:spMk id="9" creationId="{03BE7C54-2610-03B1-06AB-3E0C5E34519D}"/>
          </ac:spMkLst>
        </pc:spChg>
        <pc:spChg chg="mod">
          <ac:chgData name="Tinotenda Chibi" userId="5ee442dd-78bf-4cd2-86a0-2be3ea74b14d" providerId="ADAL" clId="{FEA4F889-2FCC-4AE0-A0C0-4A7D583B577A}" dt="2025-12-01T20:43:29.611" v="350" actId="20577"/>
          <ac:spMkLst>
            <pc:docMk/>
            <pc:sldMk cId="1954492655" sldId="257"/>
            <ac:spMk id="20" creationId="{FCB8A13F-0D78-D291-B612-8986715FF97A}"/>
          </ac:spMkLst>
        </pc:spChg>
        <pc:spChg chg="mod">
          <ac:chgData name="Tinotenda Chibi" userId="5ee442dd-78bf-4cd2-86a0-2be3ea74b14d" providerId="ADAL" clId="{FEA4F889-2FCC-4AE0-A0C0-4A7D583B577A}" dt="2025-12-01T20:46:18.365" v="414" actId="1076"/>
          <ac:spMkLst>
            <pc:docMk/>
            <pc:sldMk cId="1954492655" sldId="257"/>
            <ac:spMk id="24" creationId="{3C8E804F-7CEC-C1B4-ED07-6959F915FDF7}"/>
          </ac:spMkLst>
        </pc:spChg>
      </pc:sldChg>
      <pc:sldChg chg="addSp modSp mod">
        <pc:chgData name="Tinotenda Chibi" userId="5ee442dd-78bf-4cd2-86a0-2be3ea74b14d" providerId="ADAL" clId="{FEA4F889-2FCC-4AE0-A0C0-4A7D583B577A}" dt="2025-12-01T20:46:30.642" v="415"/>
        <pc:sldMkLst>
          <pc:docMk/>
          <pc:sldMk cId="2936754754" sldId="258"/>
        </pc:sldMkLst>
        <pc:spChg chg="add mod">
          <ac:chgData name="Tinotenda Chibi" userId="5ee442dd-78bf-4cd2-86a0-2be3ea74b14d" providerId="ADAL" clId="{FEA4F889-2FCC-4AE0-A0C0-4A7D583B577A}" dt="2025-12-01T20:46:30.642" v="415"/>
          <ac:spMkLst>
            <pc:docMk/>
            <pc:sldMk cId="2936754754" sldId="258"/>
            <ac:spMk id="2" creationId="{C2BEE5C0-91B5-E7E9-901E-6582EFFFC9F3}"/>
          </ac:spMkLst>
        </pc:spChg>
        <pc:spChg chg="add mod">
          <ac:chgData name="Tinotenda Chibi" userId="5ee442dd-78bf-4cd2-86a0-2be3ea74b14d" providerId="ADAL" clId="{FEA4F889-2FCC-4AE0-A0C0-4A7D583B577A}" dt="2025-12-01T20:46:30.642" v="415"/>
          <ac:spMkLst>
            <pc:docMk/>
            <pc:sldMk cId="2936754754" sldId="258"/>
            <ac:spMk id="3" creationId="{3A8AE97F-B8C1-97BA-FA9A-A4E1E60DD0B9}"/>
          </ac:spMkLst>
        </pc:spChg>
        <pc:spChg chg="mod">
          <ac:chgData name="Tinotenda Chibi" userId="5ee442dd-78bf-4cd2-86a0-2be3ea74b14d" providerId="ADAL" clId="{FEA4F889-2FCC-4AE0-A0C0-4A7D583B577A}" dt="2025-12-01T20:44:52.643" v="359" actId="255"/>
          <ac:spMkLst>
            <pc:docMk/>
            <pc:sldMk cId="2936754754" sldId="258"/>
            <ac:spMk id="5" creationId="{217B5B4D-70C5-4A99-E15D-2476AB2775A4}"/>
          </ac:spMkLst>
        </pc:spChg>
      </pc:sldChg>
      <pc:sldChg chg="addSp modSp mod ord">
        <pc:chgData name="Tinotenda Chibi" userId="5ee442dd-78bf-4cd2-86a0-2be3ea74b14d" providerId="ADAL" clId="{FEA4F889-2FCC-4AE0-A0C0-4A7D583B577A}" dt="2025-12-01T22:42:51.315" v="493" actId="20577"/>
        <pc:sldMkLst>
          <pc:docMk/>
          <pc:sldMk cId="1122751106" sldId="259"/>
        </pc:sldMkLst>
        <pc:spChg chg="add mod">
          <ac:chgData name="Tinotenda Chibi" userId="5ee442dd-78bf-4cd2-86a0-2be3ea74b14d" providerId="ADAL" clId="{FEA4F889-2FCC-4AE0-A0C0-4A7D583B577A}" dt="2025-12-01T20:46:33.072" v="416"/>
          <ac:spMkLst>
            <pc:docMk/>
            <pc:sldMk cId="1122751106" sldId="259"/>
            <ac:spMk id="2" creationId="{C3A28451-9735-B021-8055-7F3461E95456}"/>
          </ac:spMkLst>
        </pc:spChg>
        <pc:spChg chg="add mod">
          <ac:chgData name="Tinotenda Chibi" userId="5ee442dd-78bf-4cd2-86a0-2be3ea74b14d" providerId="ADAL" clId="{FEA4F889-2FCC-4AE0-A0C0-4A7D583B577A}" dt="2025-12-01T20:46:33.072" v="416"/>
          <ac:spMkLst>
            <pc:docMk/>
            <pc:sldMk cId="1122751106" sldId="259"/>
            <ac:spMk id="3" creationId="{13187FE9-B908-2231-FE42-6ABCDCC890FD}"/>
          </ac:spMkLst>
        </pc:spChg>
        <pc:graphicFrameChg chg="modGraphic">
          <ac:chgData name="Tinotenda Chibi" userId="5ee442dd-78bf-4cd2-86a0-2be3ea74b14d" providerId="ADAL" clId="{FEA4F889-2FCC-4AE0-A0C0-4A7D583B577A}" dt="2025-12-01T22:42:51.315" v="493" actId="20577"/>
          <ac:graphicFrameMkLst>
            <pc:docMk/>
            <pc:sldMk cId="1122751106" sldId="259"/>
            <ac:graphicFrameMk id="17" creationId="{21D3DFD9-EFFE-1DE5-F293-EE08DB287B27}"/>
          </ac:graphicFrameMkLst>
        </pc:graphicFrameChg>
      </pc:sldChg>
      <pc:sldChg chg="addSp delSp modSp mod">
        <pc:chgData name="Tinotenda Chibi" userId="5ee442dd-78bf-4cd2-86a0-2be3ea74b14d" providerId="ADAL" clId="{FEA4F889-2FCC-4AE0-A0C0-4A7D583B577A}" dt="2025-12-01T21:48:23.248" v="427" actId="478"/>
        <pc:sldMkLst>
          <pc:docMk/>
          <pc:sldMk cId="744242289" sldId="260"/>
        </pc:sldMkLst>
        <pc:spChg chg="add del">
          <ac:chgData name="Tinotenda Chibi" userId="5ee442dd-78bf-4cd2-86a0-2be3ea74b14d" providerId="ADAL" clId="{FEA4F889-2FCC-4AE0-A0C0-4A7D583B577A}" dt="2025-12-01T20:20:05.474" v="35" actId="478"/>
          <ac:spMkLst>
            <pc:docMk/>
            <pc:sldMk cId="744242289" sldId="260"/>
            <ac:spMk id="3" creationId="{B6B60C4F-34ED-68EC-B8DF-59944C16D9C9}"/>
          </ac:spMkLst>
        </pc:spChg>
        <pc:spChg chg="add mod">
          <ac:chgData name="Tinotenda Chibi" userId="5ee442dd-78bf-4cd2-86a0-2be3ea74b14d" providerId="ADAL" clId="{FEA4F889-2FCC-4AE0-A0C0-4A7D583B577A}" dt="2025-12-01T20:19:34.606" v="34" actId="20577"/>
          <ac:spMkLst>
            <pc:docMk/>
            <pc:sldMk cId="744242289" sldId="260"/>
            <ac:spMk id="5" creationId="{94228F28-46A3-7FBD-A560-F57A3ACDAEAA}"/>
          </ac:spMkLst>
        </pc:spChg>
        <pc:spChg chg="add mod ord">
          <ac:chgData name="Tinotenda Chibi" userId="5ee442dd-78bf-4cd2-86a0-2be3ea74b14d" providerId="ADAL" clId="{FEA4F889-2FCC-4AE0-A0C0-4A7D583B577A}" dt="2025-12-01T20:18:46.990" v="16" actId="207"/>
          <ac:spMkLst>
            <pc:docMk/>
            <pc:sldMk cId="744242289" sldId="260"/>
            <ac:spMk id="6" creationId="{6E1543B3-6F8E-3653-0C06-F0CD7E2072D6}"/>
          </ac:spMkLst>
        </pc:spChg>
        <pc:spChg chg="add mod">
          <ac:chgData name="Tinotenda Chibi" userId="5ee442dd-78bf-4cd2-86a0-2be3ea74b14d" providerId="ADAL" clId="{FEA4F889-2FCC-4AE0-A0C0-4A7D583B577A}" dt="2025-12-01T20:46:35.193" v="417"/>
          <ac:spMkLst>
            <pc:docMk/>
            <pc:sldMk cId="744242289" sldId="260"/>
            <ac:spMk id="7" creationId="{09FD8EB7-40A5-DB5B-C680-A1A2627C9439}"/>
          </ac:spMkLst>
        </pc:spChg>
        <pc:spChg chg="add mod">
          <ac:chgData name="Tinotenda Chibi" userId="5ee442dd-78bf-4cd2-86a0-2be3ea74b14d" providerId="ADAL" clId="{FEA4F889-2FCC-4AE0-A0C0-4A7D583B577A}" dt="2025-12-01T20:46:35.193" v="417"/>
          <ac:spMkLst>
            <pc:docMk/>
            <pc:sldMk cId="744242289" sldId="260"/>
            <ac:spMk id="10" creationId="{847438C3-8747-2546-BDAD-C95CF351FDBA}"/>
          </ac:spMkLst>
        </pc:spChg>
        <pc:graphicFrameChg chg="mod modGraphic">
          <ac:chgData name="Tinotenda Chibi" userId="5ee442dd-78bf-4cd2-86a0-2be3ea74b14d" providerId="ADAL" clId="{FEA4F889-2FCC-4AE0-A0C0-4A7D583B577A}" dt="2025-12-01T21:48:23.248" v="427" actId="478"/>
          <ac:graphicFrameMkLst>
            <pc:docMk/>
            <pc:sldMk cId="744242289" sldId="260"/>
            <ac:graphicFrameMk id="8" creationId="{14F7AF04-95E8-3CFA-6DD7-6071F3A68F58}"/>
          </ac:graphicFrameMkLst>
        </pc:graphicFrameChg>
        <pc:picChg chg="del mod">
          <ac:chgData name="Tinotenda Chibi" userId="5ee442dd-78bf-4cd2-86a0-2be3ea74b14d" providerId="ADAL" clId="{FEA4F889-2FCC-4AE0-A0C0-4A7D583B577A}" dt="2025-12-01T20:14:56.811" v="1" actId="478"/>
          <ac:picMkLst>
            <pc:docMk/>
            <pc:sldMk cId="744242289" sldId="260"/>
            <ac:picMk id="9" creationId="{93EBFFA3-36F2-67E0-3195-6A184144D289}"/>
          </ac:picMkLst>
        </pc:picChg>
      </pc:sldChg>
      <pc:sldChg chg="addSp delSp modSp new mod">
        <pc:chgData name="Tinotenda Chibi" userId="5ee442dd-78bf-4cd2-86a0-2be3ea74b14d" providerId="ADAL" clId="{FEA4F889-2FCC-4AE0-A0C0-4A7D583B577A}" dt="2025-12-01T22:50:10.634" v="495" actId="5793"/>
        <pc:sldMkLst>
          <pc:docMk/>
          <pc:sldMk cId="2530760399" sldId="261"/>
        </pc:sldMkLst>
        <pc:spChg chg="add del mod">
          <ac:chgData name="Tinotenda Chibi" userId="5ee442dd-78bf-4cd2-86a0-2be3ea74b14d" providerId="ADAL" clId="{FEA4F889-2FCC-4AE0-A0C0-4A7D583B577A}" dt="2025-12-01T20:36:23.915" v="249" actId="478"/>
          <ac:spMkLst>
            <pc:docMk/>
            <pc:sldMk cId="2530760399" sldId="261"/>
            <ac:spMk id="3" creationId="{8459D69D-0380-7284-49F0-C37F0FF1F2BF}"/>
          </ac:spMkLst>
        </pc:spChg>
        <pc:spChg chg="add mod">
          <ac:chgData name="Tinotenda Chibi" userId="5ee442dd-78bf-4cd2-86a0-2be3ea74b14d" providerId="ADAL" clId="{FEA4F889-2FCC-4AE0-A0C0-4A7D583B577A}" dt="2025-12-01T20:42:40.194" v="343" actId="2085"/>
          <ac:spMkLst>
            <pc:docMk/>
            <pc:sldMk cId="2530760399" sldId="261"/>
            <ac:spMk id="4" creationId="{AABD56A5-7777-9358-4440-A88E5A705487}"/>
          </ac:spMkLst>
        </pc:spChg>
        <pc:spChg chg="add mod">
          <ac:chgData name="Tinotenda Chibi" userId="5ee442dd-78bf-4cd2-86a0-2be3ea74b14d" providerId="ADAL" clId="{FEA4F889-2FCC-4AE0-A0C0-4A7D583B577A}" dt="2025-12-01T20:39:23.229" v="321" actId="1038"/>
          <ac:spMkLst>
            <pc:docMk/>
            <pc:sldMk cId="2530760399" sldId="261"/>
            <ac:spMk id="5" creationId="{9F006B2C-CDB5-4208-7ACF-914C78D45A4F}"/>
          </ac:spMkLst>
        </pc:spChg>
        <pc:spChg chg="add mod">
          <ac:chgData name="Tinotenda Chibi" userId="5ee442dd-78bf-4cd2-86a0-2be3ea74b14d" providerId="ADAL" clId="{FEA4F889-2FCC-4AE0-A0C0-4A7D583B577A}" dt="2025-12-01T20:39:23.229" v="321" actId="1038"/>
          <ac:spMkLst>
            <pc:docMk/>
            <pc:sldMk cId="2530760399" sldId="261"/>
            <ac:spMk id="6" creationId="{D69CF3B8-D48B-6A56-34DE-907ACB8C9BA5}"/>
          </ac:spMkLst>
        </pc:spChg>
        <pc:spChg chg="add del mod">
          <ac:chgData name="Tinotenda Chibi" userId="5ee442dd-78bf-4cd2-86a0-2be3ea74b14d" providerId="ADAL" clId="{FEA4F889-2FCC-4AE0-A0C0-4A7D583B577A}" dt="2025-12-01T20:39:23.229" v="321" actId="1038"/>
          <ac:spMkLst>
            <pc:docMk/>
            <pc:sldMk cId="2530760399" sldId="261"/>
            <ac:spMk id="7" creationId="{5F05FBBB-1B02-93AA-61BF-F770C170375C}"/>
          </ac:spMkLst>
        </pc:spChg>
        <pc:spChg chg="add mod">
          <ac:chgData name="Tinotenda Chibi" userId="5ee442dd-78bf-4cd2-86a0-2be3ea74b14d" providerId="ADAL" clId="{FEA4F889-2FCC-4AE0-A0C0-4A7D583B577A}" dt="2025-12-01T20:30:17.633" v="94" actId="571"/>
          <ac:spMkLst>
            <pc:docMk/>
            <pc:sldMk cId="2530760399" sldId="261"/>
            <ac:spMk id="8" creationId="{D10B69B0-3D0E-7A88-10F8-315737B9C8E7}"/>
          </ac:spMkLst>
        </pc:spChg>
        <pc:spChg chg="add mod">
          <ac:chgData name="Tinotenda Chibi" userId="5ee442dd-78bf-4cd2-86a0-2be3ea74b14d" providerId="ADAL" clId="{FEA4F889-2FCC-4AE0-A0C0-4A7D583B577A}" dt="2025-12-01T20:30:17.633" v="94" actId="571"/>
          <ac:spMkLst>
            <pc:docMk/>
            <pc:sldMk cId="2530760399" sldId="261"/>
            <ac:spMk id="9" creationId="{5A2320EB-197C-1C3E-553E-186637CE2D69}"/>
          </ac:spMkLst>
        </pc:spChg>
        <pc:spChg chg="add mod">
          <ac:chgData name="Tinotenda Chibi" userId="5ee442dd-78bf-4cd2-86a0-2be3ea74b14d" providerId="ADAL" clId="{FEA4F889-2FCC-4AE0-A0C0-4A7D583B577A}" dt="2025-12-01T20:30:17.633" v="94" actId="571"/>
          <ac:spMkLst>
            <pc:docMk/>
            <pc:sldMk cId="2530760399" sldId="261"/>
            <ac:spMk id="10" creationId="{EECB3EDB-AE29-A86D-3CE2-C6678C43F6B2}"/>
          </ac:spMkLst>
        </pc:spChg>
        <pc:spChg chg="add del mod">
          <ac:chgData name="Tinotenda Chibi" userId="5ee442dd-78bf-4cd2-86a0-2be3ea74b14d" providerId="ADAL" clId="{FEA4F889-2FCC-4AE0-A0C0-4A7D583B577A}" dt="2025-12-01T20:38:07.757" v="278" actId="478"/>
          <ac:spMkLst>
            <pc:docMk/>
            <pc:sldMk cId="2530760399" sldId="261"/>
            <ac:spMk id="11" creationId="{0B2A68B3-8997-EFF6-71DD-C0DD4D54CAA6}"/>
          </ac:spMkLst>
        </pc:spChg>
        <pc:spChg chg="add del mod">
          <ac:chgData name="Tinotenda Chibi" userId="5ee442dd-78bf-4cd2-86a0-2be3ea74b14d" providerId="ADAL" clId="{FEA4F889-2FCC-4AE0-A0C0-4A7D583B577A}" dt="2025-12-01T20:38:07.757" v="278" actId="478"/>
          <ac:spMkLst>
            <pc:docMk/>
            <pc:sldMk cId="2530760399" sldId="261"/>
            <ac:spMk id="12" creationId="{90E01927-652D-671B-F7D2-766F5152546D}"/>
          </ac:spMkLst>
        </pc:spChg>
        <pc:spChg chg="add del mod">
          <ac:chgData name="Tinotenda Chibi" userId="5ee442dd-78bf-4cd2-86a0-2be3ea74b14d" providerId="ADAL" clId="{FEA4F889-2FCC-4AE0-A0C0-4A7D583B577A}" dt="2025-12-01T20:38:07.757" v="278" actId="478"/>
          <ac:spMkLst>
            <pc:docMk/>
            <pc:sldMk cId="2530760399" sldId="261"/>
            <ac:spMk id="13" creationId="{1633ED62-204B-6662-70B6-22A1EDF0886A}"/>
          </ac:spMkLst>
        </pc:spChg>
        <pc:spChg chg="add del mod">
          <ac:chgData name="Tinotenda Chibi" userId="5ee442dd-78bf-4cd2-86a0-2be3ea74b14d" providerId="ADAL" clId="{FEA4F889-2FCC-4AE0-A0C0-4A7D583B577A}" dt="2025-12-01T20:32:26.880" v="134" actId="478"/>
          <ac:spMkLst>
            <pc:docMk/>
            <pc:sldMk cId="2530760399" sldId="261"/>
            <ac:spMk id="15" creationId="{5A4A7E48-327F-14EB-A89B-F1D15E3A1078}"/>
          </ac:spMkLst>
        </pc:spChg>
        <pc:spChg chg="add mod">
          <ac:chgData name="Tinotenda Chibi" userId="5ee442dd-78bf-4cd2-86a0-2be3ea74b14d" providerId="ADAL" clId="{FEA4F889-2FCC-4AE0-A0C0-4A7D583B577A}" dt="2025-12-01T20:39:23.229" v="321" actId="1038"/>
          <ac:spMkLst>
            <pc:docMk/>
            <pc:sldMk cId="2530760399" sldId="261"/>
            <ac:spMk id="16" creationId="{47EA3E00-545C-B999-7A05-A835C38A02D0}"/>
          </ac:spMkLst>
        </pc:spChg>
        <pc:spChg chg="add mod">
          <ac:chgData name="Tinotenda Chibi" userId="5ee442dd-78bf-4cd2-86a0-2be3ea74b14d" providerId="ADAL" clId="{FEA4F889-2FCC-4AE0-A0C0-4A7D583B577A}" dt="2025-12-01T20:31:27.377" v="106" actId="571"/>
          <ac:spMkLst>
            <pc:docMk/>
            <pc:sldMk cId="2530760399" sldId="261"/>
            <ac:spMk id="17" creationId="{10B0D11B-D9D7-30C3-2982-E276585DA701}"/>
          </ac:spMkLst>
        </pc:spChg>
        <pc:spChg chg="add mod">
          <ac:chgData name="Tinotenda Chibi" userId="5ee442dd-78bf-4cd2-86a0-2be3ea74b14d" providerId="ADAL" clId="{FEA4F889-2FCC-4AE0-A0C0-4A7D583B577A}" dt="2025-12-01T22:50:10.634" v="495" actId="5793"/>
          <ac:spMkLst>
            <pc:docMk/>
            <pc:sldMk cId="2530760399" sldId="261"/>
            <ac:spMk id="19" creationId="{4B462F90-07C9-C17F-B98A-7BCACF362F9A}"/>
          </ac:spMkLst>
        </pc:spChg>
        <pc:spChg chg="add mod">
          <ac:chgData name="Tinotenda Chibi" userId="5ee442dd-78bf-4cd2-86a0-2be3ea74b14d" providerId="ADAL" clId="{FEA4F889-2FCC-4AE0-A0C0-4A7D583B577A}" dt="2025-12-01T20:39:23.229" v="321" actId="1038"/>
          <ac:spMkLst>
            <pc:docMk/>
            <pc:sldMk cId="2530760399" sldId="261"/>
            <ac:spMk id="21" creationId="{2537C9C3-AB78-C46B-367D-7DA08175112F}"/>
          </ac:spMkLst>
        </pc:spChg>
        <pc:spChg chg="add mod ord">
          <ac:chgData name="Tinotenda Chibi" userId="5ee442dd-78bf-4cd2-86a0-2be3ea74b14d" providerId="ADAL" clId="{FEA4F889-2FCC-4AE0-A0C0-4A7D583B577A}" dt="2025-12-01T20:42:06.670" v="340" actId="1076"/>
          <ac:spMkLst>
            <pc:docMk/>
            <pc:sldMk cId="2530760399" sldId="261"/>
            <ac:spMk id="22" creationId="{3056689E-AC1A-D005-E09D-9EE6BA43E54C}"/>
          </ac:spMkLst>
        </pc:spChg>
        <pc:spChg chg="add mod ord">
          <ac:chgData name="Tinotenda Chibi" userId="5ee442dd-78bf-4cd2-86a0-2be3ea74b14d" providerId="ADAL" clId="{FEA4F889-2FCC-4AE0-A0C0-4A7D583B577A}" dt="2025-12-01T20:42:10.523" v="341" actId="1076"/>
          <ac:spMkLst>
            <pc:docMk/>
            <pc:sldMk cId="2530760399" sldId="261"/>
            <ac:spMk id="23" creationId="{097315C2-B0A9-6AE2-C4FF-20A1313F3EAA}"/>
          </ac:spMkLst>
        </pc:spChg>
        <pc:spChg chg="add mod">
          <ac:chgData name="Tinotenda Chibi" userId="5ee442dd-78bf-4cd2-86a0-2be3ea74b14d" providerId="ADAL" clId="{FEA4F889-2FCC-4AE0-A0C0-4A7D583B577A}" dt="2025-12-01T20:44:38.485" v="358" actId="2711"/>
          <ac:spMkLst>
            <pc:docMk/>
            <pc:sldMk cId="2530760399" sldId="261"/>
            <ac:spMk id="25" creationId="{9699B040-EF4B-FE82-7ADE-74B66E6040AA}"/>
          </ac:spMkLst>
        </pc:spChg>
        <pc:spChg chg="add mod">
          <ac:chgData name="Tinotenda Chibi" userId="5ee442dd-78bf-4cd2-86a0-2be3ea74b14d" providerId="ADAL" clId="{FEA4F889-2FCC-4AE0-A0C0-4A7D583B577A}" dt="2025-12-01T20:46:37.332" v="418"/>
          <ac:spMkLst>
            <pc:docMk/>
            <pc:sldMk cId="2530760399" sldId="261"/>
            <ac:spMk id="26" creationId="{D8089363-97E2-E61B-B7C4-1E0B7D90DFF1}"/>
          </ac:spMkLst>
        </pc:spChg>
        <pc:spChg chg="add mod">
          <ac:chgData name="Tinotenda Chibi" userId="5ee442dd-78bf-4cd2-86a0-2be3ea74b14d" providerId="ADAL" clId="{FEA4F889-2FCC-4AE0-A0C0-4A7D583B577A}" dt="2025-12-01T20:46:37.332" v="418"/>
          <ac:spMkLst>
            <pc:docMk/>
            <pc:sldMk cId="2530760399" sldId="261"/>
            <ac:spMk id="27" creationId="{64FDBAAB-D3F6-56B7-A8BD-BB99E1D617E6}"/>
          </ac:spMkLst>
        </pc:spChg>
      </pc:sldChg>
      <pc:sldChg chg="addSp modSp mod">
        <pc:chgData name="Tinotenda Chibi" userId="5ee442dd-78bf-4cd2-86a0-2be3ea74b14d" providerId="ADAL" clId="{FEA4F889-2FCC-4AE0-A0C0-4A7D583B577A}" dt="2025-12-01T21:52:13.421" v="483"/>
        <pc:sldMkLst>
          <pc:docMk/>
          <pc:sldMk cId="4069730976" sldId="262"/>
        </pc:sldMkLst>
        <pc:spChg chg="mod">
          <ac:chgData name="Tinotenda Chibi" userId="5ee442dd-78bf-4cd2-86a0-2be3ea74b14d" providerId="ADAL" clId="{FEA4F889-2FCC-4AE0-A0C0-4A7D583B577A}" dt="2025-12-01T21:52:13.421" v="483"/>
          <ac:spMkLst>
            <pc:docMk/>
            <pc:sldMk cId="4069730976" sldId="262"/>
            <ac:spMk id="17" creationId="{AC46AF59-B949-6FD6-34F6-F60E8201EB56}"/>
          </ac:spMkLst>
        </pc:spChg>
        <pc:spChg chg="mod">
          <ac:chgData name="Tinotenda Chibi" userId="5ee442dd-78bf-4cd2-86a0-2be3ea74b14d" providerId="ADAL" clId="{FEA4F889-2FCC-4AE0-A0C0-4A7D583B577A}" dt="2025-12-01T21:52:13.421" v="483"/>
          <ac:spMkLst>
            <pc:docMk/>
            <pc:sldMk cId="4069730976" sldId="262"/>
            <ac:spMk id="21" creationId="{CC6EAFE8-9692-E23B-CD5B-861418EB8361}"/>
          </ac:spMkLst>
        </pc:spChg>
        <pc:spChg chg="add mod">
          <ac:chgData name="Tinotenda Chibi" userId="5ee442dd-78bf-4cd2-86a0-2be3ea74b14d" providerId="ADAL" clId="{FEA4F889-2FCC-4AE0-A0C0-4A7D583B577A}" dt="2025-12-01T20:46:39.647" v="419"/>
          <ac:spMkLst>
            <pc:docMk/>
            <pc:sldMk cId="4069730976" sldId="262"/>
            <ac:spMk id="25" creationId="{37267F71-E449-82C0-3BE6-093F556407E4}"/>
          </ac:spMkLst>
        </pc:spChg>
        <pc:spChg chg="add mod">
          <ac:chgData name="Tinotenda Chibi" userId="5ee442dd-78bf-4cd2-86a0-2be3ea74b14d" providerId="ADAL" clId="{FEA4F889-2FCC-4AE0-A0C0-4A7D583B577A}" dt="2025-12-01T20:46:39.647" v="419"/>
          <ac:spMkLst>
            <pc:docMk/>
            <pc:sldMk cId="4069730976" sldId="262"/>
            <ac:spMk id="27" creationId="{FCF3A55E-86DE-BD9B-0917-FE18812BDE4E}"/>
          </ac:spMkLst>
        </pc:spChg>
      </pc:sldChg>
      <pc:sldChg chg="addSp modSp">
        <pc:chgData name="Tinotenda Chibi" userId="5ee442dd-78bf-4cd2-86a0-2be3ea74b14d" providerId="ADAL" clId="{FEA4F889-2FCC-4AE0-A0C0-4A7D583B577A}" dt="2025-12-01T20:46:41.758" v="420"/>
        <pc:sldMkLst>
          <pc:docMk/>
          <pc:sldMk cId="1489735429" sldId="263"/>
        </pc:sldMkLst>
        <pc:spChg chg="add mod">
          <ac:chgData name="Tinotenda Chibi" userId="5ee442dd-78bf-4cd2-86a0-2be3ea74b14d" providerId="ADAL" clId="{FEA4F889-2FCC-4AE0-A0C0-4A7D583B577A}" dt="2025-12-01T20:46:41.758" v="420"/>
          <ac:spMkLst>
            <pc:docMk/>
            <pc:sldMk cId="1489735429" sldId="263"/>
            <ac:spMk id="4" creationId="{90C1A58B-A05D-B0CD-DDD6-1CEE4A3E4EFE}"/>
          </ac:spMkLst>
        </pc:spChg>
        <pc:spChg chg="add mod">
          <ac:chgData name="Tinotenda Chibi" userId="5ee442dd-78bf-4cd2-86a0-2be3ea74b14d" providerId="ADAL" clId="{FEA4F889-2FCC-4AE0-A0C0-4A7D583B577A}" dt="2025-12-01T20:46:41.758" v="420"/>
          <ac:spMkLst>
            <pc:docMk/>
            <pc:sldMk cId="1489735429" sldId="263"/>
            <ac:spMk id="5" creationId="{CCAE6945-DED8-88EA-F288-5E0DE63F5690}"/>
          </ac:spMkLst>
        </pc:spChg>
      </pc:sldChg>
    </pc:docChg>
  </pc:docChgLst>
  <pc:docChgLst>
    <pc:chgData name="Victor Olatunji" userId="S::victor.olatunji@dcmail.ca::04ca5623-0cc7-4284-837c-ec0d773a6537" providerId="AD" clId="Web-{04750269-FFDD-9120-7C18-E434EA9612DB}"/>
    <pc:docChg chg="addSld modSld">
      <pc:chgData name="Victor Olatunji" userId="S::victor.olatunji@dcmail.ca::04ca5623-0cc7-4284-837c-ec0d773a6537" providerId="AD" clId="Web-{04750269-FFDD-9120-7C18-E434EA9612DB}" dt="2025-12-01T23:26:29.178" v="841" actId="20577"/>
      <pc:docMkLst>
        <pc:docMk/>
      </pc:docMkLst>
      <pc:sldChg chg="modSp">
        <pc:chgData name="Victor Olatunji" userId="S::victor.olatunji@dcmail.ca::04ca5623-0cc7-4284-837c-ec0d773a6537" providerId="AD" clId="Web-{04750269-FFDD-9120-7C18-E434EA9612DB}" dt="2025-12-01T20:18:56.771" v="10" actId="14100"/>
        <pc:sldMkLst>
          <pc:docMk/>
          <pc:sldMk cId="460677316" sldId="256"/>
        </pc:sldMkLst>
        <pc:spChg chg="mod">
          <ac:chgData name="Victor Olatunji" userId="S::victor.olatunji@dcmail.ca::04ca5623-0cc7-4284-837c-ec0d773a6537" providerId="AD" clId="Web-{04750269-FFDD-9120-7C18-E434EA9612DB}" dt="2025-12-01T20:18:31.411" v="8" actId="14100"/>
          <ac:spMkLst>
            <pc:docMk/>
            <pc:sldMk cId="460677316" sldId="256"/>
            <ac:spMk id="2" creationId="{9F6A99BE-B6E4-2421-5059-BF8A53C77B02}"/>
          </ac:spMkLst>
        </pc:spChg>
        <pc:picChg chg="mod modCrop">
          <ac:chgData name="Victor Olatunji" userId="S::victor.olatunji@dcmail.ca::04ca5623-0cc7-4284-837c-ec0d773a6537" providerId="AD" clId="Web-{04750269-FFDD-9120-7C18-E434EA9612DB}" dt="2025-12-01T20:18:56.771" v="10" actId="14100"/>
          <ac:picMkLst>
            <pc:docMk/>
            <pc:sldMk cId="460677316" sldId="256"/>
            <ac:picMk id="1025" creationId="{53327B8A-1D23-849D-29B9-1CC7A6614C55}"/>
          </ac:picMkLst>
        </pc:picChg>
      </pc:sldChg>
      <pc:sldChg chg="addSp delSp modSp">
        <pc:chgData name="Victor Olatunji" userId="S::victor.olatunji@dcmail.ca::04ca5623-0cc7-4284-837c-ec0d773a6537" providerId="AD" clId="Web-{04750269-FFDD-9120-7C18-E434EA9612DB}" dt="2025-12-01T23:26:29.178" v="841" actId="20577"/>
        <pc:sldMkLst>
          <pc:docMk/>
          <pc:sldMk cId="1954492655" sldId="257"/>
        </pc:sldMkLst>
        <pc:spChg chg="mod">
          <ac:chgData name="Victor Olatunji" userId="S::victor.olatunji@dcmail.ca::04ca5623-0cc7-4284-837c-ec0d773a6537" providerId="AD" clId="Web-{04750269-FFDD-9120-7C18-E434EA9612DB}" dt="2025-12-01T21:51:57.050" v="541" actId="20577"/>
          <ac:spMkLst>
            <pc:docMk/>
            <pc:sldMk cId="1954492655" sldId="257"/>
            <ac:spMk id="2" creationId="{ABE156BA-0091-1009-7465-8103C9E5E97F}"/>
          </ac:spMkLst>
        </pc:spChg>
        <pc:spChg chg="mod">
          <ac:chgData name="Victor Olatunji" userId="S::victor.olatunji@dcmail.ca::04ca5623-0cc7-4284-837c-ec0d773a6537" providerId="AD" clId="Web-{04750269-FFDD-9120-7C18-E434EA9612DB}" dt="2025-12-01T23:26:29.178" v="841" actId="20577"/>
          <ac:spMkLst>
            <pc:docMk/>
            <pc:sldMk cId="1954492655" sldId="257"/>
            <ac:spMk id="9" creationId="{03BE7C54-2610-03B1-06AB-3E0C5E34519D}"/>
          </ac:spMkLst>
        </pc:spChg>
        <pc:spChg chg="add del mod">
          <ac:chgData name="Victor Olatunji" userId="S::victor.olatunji@dcmail.ca::04ca5623-0cc7-4284-837c-ec0d773a6537" providerId="AD" clId="Web-{04750269-FFDD-9120-7C18-E434EA9612DB}" dt="2025-12-01T22:53:28.373" v="795" actId="20577"/>
          <ac:spMkLst>
            <pc:docMk/>
            <pc:sldMk cId="1954492655" sldId="257"/>
            <ac:spMk id="11" creationId="{223E36DF-D80D-9C3A-A5C4-246FAF6024B0}"/>
          </ac:spMkLst>
        </pc:spChg>
        <pc:spChg chg="mod">
          <ac:chgData name="Victor Olatunji" userId="S::victor.olatunji@dcmail.ca::04ca5623-0cc7-4284-837c-ec0d773a6537" providerId="AD" clId="Web-{04750269-FFDD-9120-7C18-E434EA9612DB}" dt="2025-12-01T22:55:18.097" v="799" actId="1076"/>
          <ac:spMkLst>
            <pc:docMk/>
            <pc:sldMk cId="1954492655" sldId="257"/>
            <ac:spMk id="20" creationId="{FCB8A13F-0D78-D291-B612-8986715FF97A}"/>
          </ac:spMkLst>
        </pc:spChg>
        <pc:picChg chg="add mod">
          <ac:chgData name="Victor Olatunji" userId="S::victor.olatunji@dcmail.ca::04ca5623-0cc7-4284-837c-ec0d773a6537" providerId="AD" clId="Web-{04750269-FFDD-9120-7C18-E434EA9612DB}" dt="2025-12-01T21:52:02.425" v="543"/>
          <ac:picMkLst>
            <pc:docMk/>
            <pc:sldMk cId="1954492655" sldId="257"/>
            <ac:picMk id="5" creationId="{3EC81F81-EBAB-A810-37F6-2293D9432E07}"/>
          </ac:picMkLst>
        </pc:picChg>
        <pc:cxnChg chg="add del mod">
          <ac:chgData name="Victor Olatunji" userId="S::victor.olatunji@dcmail.ca::04ca5623-0cc7-4284-837c-ec0d773a6537" providerId="AD" clId="Web-{04750269-FFDD-9120-7C18-E434EA9612DB}" dt="2025-12-01T22:44:59.772" v="721"/>
          <ac:cxnSpMkLst>
            <pc:docMk/>
            <pc:sldMk cId="1954492655" sldId="257"/>
            <ac:cxnSpMk id="6" creationId="{F90348CD-AD14-4BE0-A0EF-14DD5A4B896B}"/>
          </ac:cxnSpMkLst>
        </pc:cxnChg>
        <pc:cxnChg chg="del mod">
          <ac:chgData name="Victor Olatunji" userId="S::victor.olatunji@dcmail.ca::04ca5623-0cc7-4284-837c-ec0d773a6537" providerId="AD" clId="Web-{04750269-FFDD-9120-7C18-E434EA9612DB}" dt="2025-12-01T22:46:20.945" v="728"/>
          <ac:cxnSpMkLst>
            <pc:docMk/>
            <pc:sldMk cId="1954492655" sldId="257"/>
            <ac:cxnSpMk id="13" creationId="{C87154E2-B4B7-7B76-4955-C00B3DDBA1F5}"/>
          </ac:cxnSpMkLst>
        </pc:cxnChg>
      </pc:sldChg>
      <pc:sldChg chg="addSp modSp">
        <pc:chgData name="Victor Olatunji" userId="S::victor.olatunji@dcmail.ca::04ca5623-0cc7-4284-837c-ec0d773a6537" providerId="AD" clId="Web-{04750269-FFDD-9120-7C18-E434EA9612DB}" dt="2025-12-01T21:51:46.972" v="540"/>
        <pc:sldMkLst>
          <pc:docMk/>
          <pc:sldMk cId="2936754754" sldId="258"/>
        </pc:sldMkLst>
        <pc:spChg chg="mod">
          <ac:chgData name="Victor Olatunji" userId="S::victor.olatunji@dcmail.ca::04ca5623-0cc7-4284-837c-ec0d773a6537" providerId="AD" clId="Web-{04750269-FFDD-9120-7C18-E434EA9612DB}" dt="2025-12-01T21:51:41.128" v="538" actId="20577"/>
          <ac:spMkLst>
            <pc:docMk/>
            <pc:sldMk cId="2936754754" sldId="258"/>
            <ac:spMk id="3" creationId="{3A8AE97F-B8C1-97BA-FA9A-A4E1E60DD0B9}"/>
          </ac:spMkLst>
        </pc:spChg>
        <pc:picChg chg="add mod">
          <ac:chgData name="Victor Olatunji" userId="S::victor.olatunji@dcmail.ca::04ca5623-0cc7-4284-837c-ec0d773a6537" providerId="AD" clId="Web-{04750269-FFDD-9120-7C18-E434EA9612DB}" dt="2025-12-01T21:51:46.972" v="540"/>
          <ac:picMkLst>
            <pc:docMk/>
            <pc:sldMk cId="2936754754" sldId="258"/>
            <ac:picMk id="6" creationId="{740630B3-D4AF-C3AA-15C8-8301BC3114BF}"/>
          </ac:picMkLst>
        </pc:picChg>
      </pc:sldChg>
      <pc:sldChg chg="addSp modSp">
        <pc:chgData name="Victor Olatunji" userId="S::victor.olatunji@dcmail.ca::04ca5623-0cc7-4284-837c-ec0d773a6537" providerId="AD" clId="Web-{04750269-FFDD-9120-7C18-E434EA9612DB}" dt="2025-12-01T21:51:30.549" v="537"/>
        <pc:sldMkLst>
          <pc:docMk/>
          <pc:sldMk cId="1122751106" sldId="259"/>
        </pc:sldMkLst>
        <pc:spChg chg="mod">
          <ac:chgData name="Victor Olatunji" userId="S::victor.olatunji@dcmail.ca::04ca5623-0cc7-4284-837c-ec0d773a6537" providerId="AD" clId="Web-{04750269-FFDD-9120-7C18-E434EA9612DB}" dt="2025-12-01T21:51:24.206" v="535" actId="20577"/>
          <ac:spMkLst>
            <pc:docMk/>
            <pc:sldMk cId="1122751106" sldId="259"/>
            <ac:spMk id="3" creationId="{13187FE9-B908-2231-FE42-6ABCDCC890FD}"/>
          </ac:spMkLst>
        </pc:spChg>
        <pc:picChg chg="add mod">
          <ac:chgData name="Victor Olatunji" userId="S::victor.olatunji@dcmail.ca::04ca5623-0cc7-4284-837c-ec0d773a6537" providerId="AD" clId="Web-{04750269-FFDD-9120-7C18-E434EA9612DB}" dt="2025-12-01T21:51:30.549" v="537"/>
          <ac:picMkLst>
            <pc:docMk/>
            <pc:sldMk cId="1122751106" sldId="259"/>
            <ac:picMk id="18" creationId="{D65D4D24-98DE-C662-7239-244C0D1734EE}"/>
          </ac:picMkLst>
        </pc:picChg>
      </pc:sldChg>
      <pc:sldChg chg="addSp modSp">
        <pc:chgData name="Victor Olatunji" userId="S::victor.olatunji@dcmail.ca::04ca5623-0cc7-4284-837c-ec0d773a6537" providerId="AD" clId="Web-{04750269-FFDD-9120-7C18-E434EA9612DB}" dt="2025-12-01T21:51:15.674" v="534"/>
        <pc:sldMkLst>
          <pc:docMk/>
          <pc:sldMk cId="744242289" sldId="260"/>
        </pc:sldMkLst>
        <pc:spChg chg="mod">
          <ac:chgData name="Victor Olatunji" userId="S::victor.olatunji@dcmail.ca::04ca5623-0cc7-4284-837c-ec0d773a6537" providerId="AD" clId="Web-{04750269-FFDD-9120-7C18-E434EA9612DB}" dt="2025-12-01T21:51:07.658" v="532" actId="20577"/>
          <ac:spMkLst>
            <pc:docMk/>
            <pc:sldMk cId="744242289" sldId="260"/>
            <ac:spMk id="10" creationId="{847438C3-8747-2546-BDAD-C95CF351FDBA}"/>
          </ac:spMkLst>
        </pc:spChg>
        <pc:picChg chg="add mod">
          <ac:chgData name="Victor Olatunji" userId="S::victor.olatunji@dcmail.ca::04ca5623-0cc7-4284-837c-ec0d773a6537" providerId="AD" clId="Web-{04750269-FFDD-9120-7C18-E434EA9612DB}" dt="2025-12-01T21:51:15.674" v="534"/>
          <ac:picMkLst>
            <pc:docMk/>
            <pc:sldMk cId="744242289" sldId="260"/>
            <ac:picMk id="311" creationId="{E23F370C-1CF1-32DB-9A6E-F2E596DA1FE8}"/>
          </ac:picMkLst>
        </pc:picChg>
      </pc:sldChg>
      <pc:sldChg chg="addSp modSp">
        <pc:chgData name="Victor Olatunji" userId="S::victor.olatunji@dcmail.ca::04ca5623-0cc7-4284-837c-ec0d773a6537" providerId="AD" clId="Web-{04750269-FFDD-9120-7C18-E434EA9612DB}" dt="2025-12-01T22:29:24.986" v="681"/>
        <pc:sldMkLst>
          <pc:docMk/>
          <pc:sldMk cId="2530760399" sldId="261"/>
        </pc:sldMkLst>
        <pc:spChg chg="mod">
          <ac:chgData name="Victor Olatunji" userId="S::victor.olatunji@dcmail.ca::04ca5623-0cc7-4284-837c-ec0d773a6537" providerId="AD" clId="Web-{04750269-FFDD-9120-7C18-E434EA9612DB}" dt="2025-12-01T22:29:24.986" v="679"/>
          <ac:spMkLst>
            <pc:docMk/>
            <pc:sldMk cId="2530760399" sldId="261"/>
            <ac:spMk id="4" creationId="{AABD56A5-7777-9358-4440-A88E5A705487}"/>
          </ac:spMkLst>
        </pc:spChg>
        <pc:spChg chg="mod">
          <ac:chgData name="Victor Olatunji" userId="S::victor.olatunji@dcmail.ca::04ca5623-0cc7-4284-837c-ec0d773a6537" providerId="AD" clId="Web-{04750269-FFDD-9120-7C18-E434EA9612DB}" dt="2025-12-01T22:29:24.986" v="678"/>
          <ac:spMkLst>
            <pc:docMk/>
            <pc:sldMk cId="2530760399" sldId="261"/>
            <ac:spMk id="5" creationId="{9F006B2C-CDB5-4208-7ACF-914C78D45A4F}"/>
          </ac:spMkLst>
        </pc:spChg>
        <pc:spChg chg="mod">
          <ac:chgData name="Victor Olatunji" userId="S::victor.olatunji@dcmail.ca::04ca5623-0cc7-4284-837c-ec0d773a6537" providerId="AD" clId="Web-{04750269-FFDD-9120-7C18-E434EA9612DB}" dt="2025-12-01T22:29:24.986" v="677"/>
          <ac:spMkLst>
            <pc:docMk/>
            <pc:sldMk cId="2530760399" sldId="261"/>
            <ac:spMk id="6" creationId="{D69CF3B8-D48B-6A56-34DE-907ACB8C9BA5}"/>
          </ac:spMkLst>
        </pc:spChg>
        <pc:spChg chg="mod">
          <ac:chgData name="Victor Olatunji" userId="S::victor.olatunji@dcmail.ca::04ca5623-0cc7-4284-837c-ec0d773a6537" providerId="AD" clId="Web-{04750269-FFDD-9120-7C18-E434EA9612DB}" dt="2025-12-01T22:29:24.986" v="676"/>
          <ac:spMkLst>
            <pc:docMk/>
            <pc:sldMk cId="2530760399" sldId="261"/>
            <ac:spMk id="7" creationId="{5F05FBBB-1B02-93AA-61BF-F770C170375C}"/>
          </ac:spMkLst>
        </pc:spChg>
        <pc:spChg chg="mod">
          <ac:chgData name="Victor Olatunji" userId="S::victor.olatunji@dcmail.ca::04ca5623-0cc7-4284-837c-ec0d773a6537" providerId="AD" clId="Web-{04750269-FFDD-9120-7C18-E434EA9612DB}" dt="2025-12-01T22:29:24.986" v="675"/>
          <ac:spMkLst>
            <pc:docMk/>
            <pc:sldMk cId="2530760399" sldId="261"/>
            <ac:spMk id="16" creationId="{47EA3E00-545C-B999-7A05-A835C38A02D0}"/>
          </ac:spMkLst>
        </pc:spChg>
        <pc:spChg chg="mod">
          <ac:chgData name="Victor Olatunji" userId="S::victor.olatunji@dcmail.ca::04ca5623-0cc7-4284-837c-ec0d773a6537" providerId="AD" clId="Web-{04750269-FFDD-9120-7C18-E434EA9612DB}" dt="2025-12-01T22:29:24.986" v="674"/>
          <ac:spMkLst>
            <pc:docMk/>
            <pc:sldMk cId="2530760399" sldId="261"/>
            <ac:spMk id="19" creationId="{4B462F90-07C9-C17F-B98A-7BCACF362F9A}"/>
          </ac:spMkLst>
        </pc:spChg>
        <pc:spChg chg="mod">
          <ac:chgData name="Victor Olatunji" userId="S::victor.olatunji@dcmail.ca::04ca5623-0cc7-4284-837c-ec0d773a6537" providerId="AD" clId="Web-{04750269-FFDD-9120-7C18-E434EA9612DB}" dt="2025-12-01T22:29:24.986" v="673"/>
          <ac:spMkLst>
            <pc:docMk/>
            <pc:sldMk cId="2530760399" sldId="261"/>
            <ac:spMk id="21" creationId="{2537C9C3-AB78-C46B-367D-7DA08175112F}"/>
          </ac:spMkLst>
        </pc:spChg>
        <pc:spChg chg="mod">
          <ac:chgData name="Victor Olatunji" userId="S::victor.olatunji@dcmail.ca::04ca5623-0cc7-4284-837c-ec0d773a6537" providerId="AD" clId="Web-{04750269-FFDD-9120-7C18-E434EA9612DB}" dt="2025-12-01T22:29:24.986" v="681"/>
          <ac:spMkLst>
            <pc:docMk/>
            <pc:sldMk cId="2530760399" sldId="261"/>
            <ac:spMk id="22" creationId="{3056689E-AC1A-D005-E09D-9EE6BA43E54C}"/>
          </ac:spMkLst>
        </pc:spChg>
        <pc:spChg chg="mod">
          <ac:chgData name="Victor Olatunji" userId="S::victor.olatunji@dcmail.ca::04ca5623-0cc7-4284-837c-ec0d773a6537" providerId="AD" clId="Web-{04750269-FFDD-9120-7C18-E434EA9612DB}" dt="2025-12-01T22:29:24.986" v="680"/>
          <ac:spMkLst>
            <pc:docMk/>
            <pc:sldMk cId="2530760399" sldId="261"/>
            <ac:spMk id="23" creationId="{097315C2-B0A9-6AE2-C4FF-20A1313F3EAA}"/>
          </ac:spMkLst>
        </pc:spChg>
        <pc:spChg chg="mod">
          <ac:chgData name="Victor Olatunji" userId="S::victor.olatunji@dcmail.ca::04ca5623-0cc7-4284-837c-ec0d773a6537" providerId="AD" clId="Web-{04750269-FFDD-9120-7C18-E434EA9612DB}" dt="2025-12-01T22:29:24.986" v="672"/>
          <ac:spMkLst>
            <pc:docMk/>
            <pc:sldMk cId="2530760399" sldId="261"/>
            <ac:spMk id="25" creationId="{9699B040-EF4B-FE82-7ADE-74B66E6040AA}"/>
          </ac:spMkLst>
        </pc:spChg>
        <pc:spChg chg="mod">
          <ac:chgData name="Victor Olatunji" userId="S::victor.olatunji@dcmail.ca::04ca5623-0cc7-4284-837c-ec0d773a6537" providerId="AD" clId="Web-{04750269-FFDD-9120-7C18-E434EA9612DB}" dt="2025-12-01T22:29:24.986" v="671"/>
          <ac:spMkLst>
            <pc:docMk/>
            <pc:sldMk cId="2530760399" sldId="261"/>
            <ac:spMk id="26" creationId="{D8089363-97E2-E61B-B7C4-1E0B7D90DFF1}"/>
          </ac:spMkLst>
        </pc:spChg>
        <pc:spChg chg="mod">
          <ac:chgData name="Victor Olatunji" userId="S::victor.olatunji@dcmail.ca::04ca5623-0cc7-4284-837c-ec0d773a6537" providerId="AD" clId="Web-{04750269-FFDD-9120-7C18-E434EA9612DB}" dt="2025-12-01T22:29:24.986" v="670"/>
          <ac:spMkLst>
            <pc:docMk/>
            <pc:sldMk cId="2530760399" sldId="261"/>
            <ac:spMk id="27" creationId="{64FDBAAB-D3F6-56B7-A8BD-BB99E1D617E6}"/>
          </ac:spMkLst>
        </pc:spChg>
        <pc:picChg chg="add mod">
          <ac:chgData name="Victor Olatunji" userId="S::victor.olatunji@dcmail.ca::04ca5623-0cc7-4284-837c-ec0d773a6537" providerId="AD" clId="Web-{04750269-FFDD-9120-7C18-E434EA9612DB}" dt="2025-12-01T21:50:51.346" v="531"/>
          <ac:picMkLst>
            <pc:docMk/>
            <pc:sldMk cId="2530760399" sldId="261"/>
            <ac:picMk id="8" creationId="{0AAEA3A3-1CE6-B3FF-F4BF-56341B87A630}"/>
          </ac:picMkLst>
        </pc:picChg>
      </pc:sldChg>
      <pc:sldChg chg="addSp delSp modSp add mod replId setBg modClrScheme chgLayout">
        <pc:chgData name="Victor Olatunji" userId="S::victor.olatunji@dcmail.ca::04ca5623-0cc7-4284-837c-ec0d773a6537" providerId="AD" clId="Web-{04750269-FFDD-9120-7C18-E434EA9612DB}" dt="2025-12-01T23:22:58.395" v="811" actId="20577"/>
        <pc:sldMkLst>
          <pc:docMk/>
          <pc:sldMk cId="4069730976" sldId="262"/>
        </pc:sldMkLst>
        <pc:spChg chg="add del mod">
          <ac:chgData name="Victor Olatunji" userId="S::victor.olatunji@dcmail.ca::04ca5623-0cc7-4284-837c-ec0d773a6537" providerId="AD" clId="Web-{04750269-FFDD-9120-7C18-E434EA9612DB}" dt="2025-12-01T20:27:03.241" v="22"/>
          <ac:spMkLst>
            <pc:docMk/>
            <pc:sldMk cId="4069730976" sldId="262"/>
            <ac:spMk id="2" creationId="{C3324387-6850-5000-A770-EF1E5C05FB54}"/>
          </ac:spMkLst>
        </pc:spChg>
        <pc:spChg chg="add del mod">
          <ac:chgData name="Victor Olatunji" userId="S::victor.olatunji@dcmail.ca::04ca5623-0cc7-4284-837c-ec0d773a6537" providerId="AD" clId="Web-{04750269-FFDD-9120-7C18-E434EA9612DB}" dt="2025-12-01T20:27:03.241" v="22"/>
          <ac:spMkLst>
            <pc:docMk/>
            <pc:sldMk cId="4069730976" sldId="262"/>
            <ac:spMk id="3" creationId="{1FC3B3D0-6665-0BCA-8DEE-5FF4A5966064}"/>
          </ac:spMkLst>
        </pc:spChg>
        <pc:spChg chg="add del mod">
          <ac:chgData name="Victor Olatunji" userId="S::victor.olatunji@dcmail.ca::04ca5623-0cc7-4284-837c-ec0d773a6537" providerId="AD" clId="Web-{04750269-FFDD-9120-7C18-E434EA9612DB}" dt="2025-12-01T20:27:03.241" v="22"/>
          <ac:spMkLst>
            <pc:docMk/>
            <pc:sldMk cId="4069730976" sldId="262"/>
            <ac:spMk id="4" creationId="{6EB4675B-808D-DB96-7FF8-40B9E4720F21}"/>
          </ac:spMkLst>
        </pc:spChg>
        <pc:spChg chg="add del mod">
          <ac:chgData name="Victor Olatunji" userId="S::victor.olatunji@dcmail.ca::04ca5623-0cc7-4284-837c-ec0d773a6537" providerId="AD" clId="Web-{04750269-FFDD-9120-7C18-E434EA9612DB}" dt="2025-12-01T20:27:23.710" v="24"/>
          <ac:spMkLst>
            <pc:docMk/>
            <pc:sldMk cId="4069730976" sldId="262"/>
            <ac:spMk id="5" creationId="{BA3FBAF1-873E-C3F1-F8BB-7F8985173338}"/>
          </ac:spMkLst>
        </pc:spChg>
        <pc:spChg chg="add del mod">
          <ac:chgData name="Victor Olatunji" userId="S::victor.olatunji@dcmail.ca::04ca5623-0cc7-4284-837c-ec0d773a6537" providerId="AD" clId="Web-{04750269-FFDD-9120-7C18-E434EA9612DB}" dt="2025-12-01T20:27:23.710" v="24"/>
          <ac:spMkLst>
            <pc:docMk/>
            <pc:sldMk cId="4069730976" sldId="262"/>
            <ac:spMk id="6" creationId="{0E4965EC-D6BD-26E8-C2BB-C1ED17872182}"/>
          </ac:spMkLst>
        </pc:spChg>
        <pc:spChg chg="add del mod">
          <ac:chgData name="Victor Olatunji" userId="S::victor.olatunji@dcmail.ca::04ca5623-0cc7-4284-837c-ec0d773a6537" providerId="AD" clId="Web-{04750269-FFDD-9120-7C18-E434EA9612DB}" dt="2025-12-01T20:27:23.710" v="24"/>
          <ac:spMkLst>
            <pc:docMk/>
            <pc:sldMk cId="4069730976" sldId="262"/>
            <ac:spMk id="7" creationId="{FB603268-C43F-F8AE-65FD-2A33DA7D2B05}"/>
          </ac:spMkLst>
        </pc:spChg>
        <pc:spChg chg="add del mod">
          <ac:chgData name="Victor Olatunji" userId="S::victor.olatunji@dcmail.ca::04ca5623-0cc7-4284-837c-ec0d773a6537" providerId="AD" clId="Web-{04750269-FFDD-9120-7C18-E434EA9612DB}" dt="2025-12-01T20:28:02.867" v="26"/>
          <ac:spMkLst>
            <pc:docMk/>
            <pc:sldMk cId="4069730976" sldId="262"/>
            <ac:spMk id="8" creationId="{E708FA5B-EE0F-38CB-6637-99E4BB39359B}"/>
          </ac:spMkLst>
        </pc:spChg>
        <pc:spChg chg="add del">
          <ac:chgData name="Victor Olatunji" userId="S::victor.olatunji@dcmail.ca::04ca5623-0cc7-4284-837c-ec0d773a6537" providerId="AD" clId="Web-{04750269-FFDD-9120-7C18-E434EA9612DB}" dt="2025-12-01T20:26:40.303" v="15"/>
          <ac:spMkLst>
            <pc:docMk/>
            <pc:sldMk cId="4069730976" sldId="262"/>
            <ac:spMk id="9" creationId="{428D436F-9ACD-4C92-AFC8-C934C527A6A4}"/>
          </ac:spMkLst>
        </pc:spChg>
        <pc:spChg chg="add del mod">
          <ac:chgData name="Victor Olatunji" userId="S::victor.olatunji@dcmail.ca::04ca5623-0cc7-4284-837c-ec0d773a6537" providerId="AD" clId="Web-{04750269-FFDD-9120-7C18-E434EA9612DB}" dt="2025-12-01T20:28:02.867" v="26"/>
          <ac:spMkLst>
            <pc:docMk/>
            <pc:sldMk cId="4069730976" sldId="262"/>
            <ac:spMk id="10" creationId="{6141C960-01E7-99DE-6D2F-FDC2BCB97E76}"/>
          </ac:spMkLst>
        </pc:spChg>
        <pc:spChg chg="add del">
          <ac:chgData name="Victor Olatunji" userId="S::victor.olatunji@dcmail.ca::04ca5623-0cc7-4284-837c-ec0d773a6537" providerId="AD" clId="Web-{04750269-FFDD-9120-7C18-E434EA9612DB}" dt="2025-12-01T20:26:40.303" v="15"/>
          <ac:spMkLst>
            <pc:docMk/>
            <pc:sldMk cId="4069730976" sldId="262"/>
            <ac:spMk id="11" creationId="{090538E0-A884-4E60-A6AB-77D830E2FCED}"/>
          </ac:spMkLst>
        </pc:spChg>
        <pc:spChg chg="add del mod">
          <ac:chgData name="Victor Olatunji" userId="S::victor.olatunji@dcmail.ca::04ca5623-0cc7-4284-837c-ec0d773a6537" providerId="AD" clId="Web-{04750269-FFDD-9120-7C18-E434EA9612DB}" dt="2025-12-01T20:28:02.867" v="26"/>
          <ac:spMkLst>
            <pc:docMk/>
            <pc:sldMk cId="4069730976" sldId="262"/>
            <ac:spMk id="12" creationId="{36827040-F47D-82B9-BE64-9B14C7E1BBC0}"/>
          </ac:spMkLst>
        </pc:spChg>
        <pc:spChg chg="add del">
          <ac:chgData name="Victor Olatunji" userId="S::victor.olatunji@dcmail.ca::04ca5623-0cc7-4284-837c-ec0d773a6537" providerId="AD" clId="Web-{04750269-FFDD-9120-7C18-E434EA9612DB}" dt="2025-12-01T20:26:40.303" v="15"/>
          <ac:spMkLst>
            <pc:docMk/>
            <pc:sldMk cId="4069730976" sldId="262"/>
            <ac:spMk id="13" creationId="{DB0D7DD0-1C67-4D4C-9E06-678233DB8468}"/>
          </ac:spMkLst>
        </pc:spChg>
        <pc:spChg chg="add mod">
          <ac:chgData name="Victor Olatunji" userId="S::victor.olatunji@dcmail.ca::04ca5623-0cc7-4284-837c-ec0d773a6537" providerId="AD" clId="Web-{04750269-FFDD-9120-7C18-E434EA9612DB}" dt="2025-12-01T21:07:11.568" v="351" actId="14100"/>
          <ac:spMkLst>
            <pc:docMk/>
            <pc:sldMk cId="4069730976" sldId="262"/>
            <ac:spMk id="14" creationId="{1C8981B2-7D9A-8757-373D-8AB6AE6C2A69}"/>
          </ac:spMkLst>
        </pc:spChg>
        <pc:spChg chg="add del">
          <ac:chgData name="Victor Olatunji" userId="S::victor.olatunji@dcmail.ca::04ca5623-0cc7-4284-837c-ec0d773a6537" providerId="AD" clId="Web-{04750269-FFDD-9120-7C18-E434EA9612DB}" dt="2025-12-01T20:26:42.319" v="17"/>
          <ac:spMkLst>
            <pc:docMk/>
            <pc:sldMk cId="4069730976" sldId="262"/>
            <ac:spMk id="15" creationId="{4C608BEB-860E-4094-8511-78603564A75E}"/>
          </ac:spMkLst>
        </pc:spChg>
        <pc:spChg chg="add del mod">
          <ac:chgData name="Victor Olatunji" userId="S::victor.olatunji@dcmail.ca::04ca5623-0cc7-4284-837c-ec0d773a6537" providerId="AD" clId="Web-{04750269-FFDD-9120-7C18-E434EA9612DB}" dt="2025-12-01T23:22:58.395" v="811" actId="20577"/>
          <ac:spMkLst>
            <pc:docMk/>
            <pc:sldMk cId="4069730976" sldId="262"/>
            <ac:spMk id="17" creationId="{AC46AF59-B949-6FD6-34F6-F60E8201EB56}"/>
          </ac:spMkLst>
        </pc:spChg>
        <pc:spChg chg="add del">
          <ac:chgData name="Victor Olatunji" userId="S::victor.olatunji@dcmail.ca::04ca5623-0cc7-4284-837c-ec0d773a6537" providerId="AD" clId="Web-{04750269-FFDD-9120-7C18-E434EA9612DB}" dt="2025-12-01T20:26:43.178" v="19"/>
          <ac:spMkLst>
            <pc:docMk/>
            <pc:sldMk cId="4069730976" sldId="262"/>
            <ac:spMk id="18" creationId="{428D436F-9ACD-4C92-AFC8-C934C527A6A4}"/>
          </ac:spMkLst>
        </pc:spChg>
        <pc:spChg chg="add del">
          <ac:chgData name="Victor Olatunji" userId="S::victor.olatunji@dcmail.ca::04ca5623-0cc7-4284-837c-ec0d773a6537" providerId="AD" clId="Web-{04750269-FFDD-9120-7C18-E434EA9612DB}" dt="2025-12-01T20:26:43.178" v="19"/>
          <ac:spMkLst>
            <pc:docMk/>
            <pc:sldMk cId="4069730976" sldId="262"/>
            <ac:spMk id="19" creationId="{090538E0-A884-4E60-A6AB-77D830E2FCED}"/>
          </ac:spMkLst>
        </pc:spChg>
        <pc:spChg chg="add del">
          <ac:chgData name="Victor Olatunji" userId="S::victor.olatunji@dcmail.ca::04ca5623-0cc7-4284-837c-ec0d773a6537" providerId="AD" clId="Web-{04750269-FFDD-9120-7C18-E434EA9612DB}" dt="2025-12-01T20:26:43.178" v="19"/>
          <ac:spMkLst>
            <pc:docMk/>
            <pc:sldMk cId="4069730976" sldId="262"/>
            <ac:spMk id="20" creationId="{DB0D7DD0-1C67-4D4C-9E06-678233DB8468}"/>
          </ac:spMkLst>
        </pc:spChg>
        <pc:spChg chg="add del mod">
          <ac:chgData name="Victor Olatunji" userId="S::victor.olatunji@dcmail.ca::04ca5623-0cc7-4284-837c-ec0d773a6537" providerId="AD" clId="Web-{04750269-FFDD-9120-7C18-E434EA9612DB}" dt="2025-12-01T22:28:24.954" v="657" actId="20577"/>
          <ac:spMkLst>
            <pc:docMk/>
            <pc:sldMk cId="4069730976" sldId="262"/>
            <ac:spMk id="21" creationId="{CC6EAFE8-9692-E23B-CD5B-861418EB8361}"/>
          </ac:spMkLst>
        </pc:spChg>
        <pc:spChg chg="add del">
          <ac:chgData name="Victor Olatunji" userId="S::victor.olatunji@dcmail.ca::04ca5623-0cc7-4284-837c-ec0d773a6537" providerId="AD" clId="Web-{04750269-FFDD-9120-7C18-E434EA9612DB}" dt="2025-12-01T20:27:01.209" v="21"/>
          <ac:spMkLst>
            <pc:docMk/>
            <pc:sldMk cId="4069730976" sldId="262"/>
            <ac:spMk id="22" creationId="{21739CA5-F0F5-48E1-8E8C-F24B71827E46}"/>
          </ac:spMkLst>
        </pc:spChg>
        <pc:spChg chg="add del">
          <ac:chgData name="Victor Olatunji" userId="S::victor.olatunji@dcmail.ca::04ca5623-0cc7-4284-837c-ec0d773a6537" providerId="AD" clId="Web-{04750269-FFDD-9120-7C18-E434EA9612DB}" dt="2025-12-01T20:27:01.209" v="21"/>
          <ac:spMkLst>
            <pc:docMk/>
            <pc:sldMk cId="4069730976" sldId="262"/>
            <ac:spMk id="23" creationId="{3EAD2937-F230-41D4-B9C5-975B129BFC20}"/>
          </ac:spMkLst>
        </pc:spChg>
        <pc:spChg chg="add del">
          <ac:chgData name="Victor Olatunji" userId="S::victor.olatunji@dcmail.ca::04ca5623-0cc7-4284-837c-ec0d773a6537" providerId="AD" clId="Web-{04750269-FFDD-9120-7C18-E434EA9612DB}" dt="2025-12-01T20:27:01.209" v="21"/>
          <ac:spMkLst>
            <pc:docMk/>
            <pc:sldMk cId="4069730976" sldId="262"/>
            <ac:spMk id="24" creationId="{CCD444A3-C338-4886-B7F1-4BA2AF46EB64}"/>
          </ac:spMkLst>
        </pc:spChg>
        <pc:spChg chg="add mod">
          <ac:chgData name="Victor Olatunji" userId="S::victor.olatunji@dcmail.ca::04ca5623-0cc7-4284-837c-ec0d773a6537" providerId="AD" clId="Web-{04750269-FFDD-9120-7C18-E434EA9612DB}" dt="2025-12-01T20:46:15.514" v="60"/>
          <ac:spMkLst>
            <pc:docMk/>
            <pc:sldMk cId="4069730976" sldId="262"/>
            <ac:spMk id="26" creationId="{4C608BEB-860E-4094-8511-78603564A75E}"/>
          </ac:spMkLst>
        </pc:spChg>
        <pc:spChg chg="mod">
          <ac:chgData name="Victor Olatunji" userId="S::victor.olatunji@dcmail.ca::04ca5623-0cc7-4284-837c-ec0d773a6537" providerId="AD" clId="Web-{04750269-FFDD-9120-7C18-E434EA9612DB}" dt="2025-12-01T21:49:59.970" v="527" actId="20577"/>
          <ac:spMkLst>
            <pc:docMk/>
            <pc:sldMk cId="4069730976" sldId="262"/>
            <ac:spMk id="27" creationId="{FCF3A55E-86DE-BD9B-0917-FE18812BDE4E}"/>
          </ac:spMkLst>
        </pc:spChg>
        <pc:spChg chg="add del mod">
          <ac:chgData name="Victor Olatunji" userId="S::victor.olatunji@dcmail.ca::04ca5623-0cc7-4284-837c-ec0d773a6537" providerId="AD" clId="Web-{04750269-FFDD-9120-7C18-E434EA9612DB}" dt="2025-12-01T20:57:17.857" v="160"/>
          <ac:spMkLst>
            <pc:docMk/>
            <pc:sldMk cId="4069730976" sldId="262"/>
            <ac:spMk id="30" creationId="{5B17F915-D7E4-E290-DDED-1826FEB1A34C}"/>
          </ac:spMkLst>
        </pc:spChg>
        <pc:spChg chg="add del mod">
          <ac:chgData name="Victor Olatunji" userId="S::victor.olatunji@dcmail.ca::04ca5623-0cc7-4284-837c-ec0d773a6537" providerId="AD" clId="Web-{04750269-FFDD-9120-7C18-E434EA9612DB}" dt="2025-12-01T22:18:14.983" v="585"/>
          <ac:spMkLst>
            <pc:docMk/>
            <pc:sldMk cId="4069730976" sldId="262"/>
            <ac:spMk id="1019" creationId="{862FCBAB-52F1-052B-7D39-231BD10C3F3A}"/>
          </ac:spMkLst>
        </pc:spChg>
        <pc:graphicFrameChg chg="add mod modGraphic">
          <ac:chgData name="Victor Olatunji" userId="S::victor.olatunji@dcmail.ca::04ca5623-0cc7-4284-837c-ec0d773a6537" providerId="AD" clId="Web-{04750269-FFDD-9120-7C18-E434EA9612DB}" dt="2025-12-01T21:39:55.454" v="464"/>
          <ac:graphicFrameMkLst>
            <pc:docMk/>
            <pc:sldMk cId="4069730976" sldId="262"/>
            <ac:graphicFrameMk id="31" creationId="{66C8E4DC-CB04-1653-1E83-E77171BEEF51}"/>
          </ac:graphicFrameMkLst>
        </pc:graphicFrameChg>
        <pc:picChg chg="add">
          <ac:chgData name="Victor Olatunji" userId="S::victor.olatunji@dcmail.ca::04ca5623-0cc7-4284-837c-ec0d773a6537" providerId="AD" clId="Web-{04750269-FFDD-9120-7C18-E434EA9612DB}" dt="2025-12-01T21:50:22.204" v="528"/>
          <ac:picMkLst>
            <pc:docMk/>
            <pc:sldMk cId="4069730976" sldId="262"/>
            <ac:picMk id="887" creationId="{8866E013-6C85-D825-CCAA-5A13A7027951}"/>
          </ac:picMkLst>
        </pc:picChg>
        <pc:cxnChg chg="add del">
          <ac:chgData name="Victor Olatunji" userId="S::victor.olatunji@dcmail.ca::04ca5623-0cc7-4284-837c-ec0d773a6537" providerId="AD" clId="Web-{04750269-FFDD-9120-7C18-E434EA9612DB}" dt="2025-12-01T20:26:42.319" v="17"/>
          <ac:cxnSpMkLst>
            <pc:docMk/>
            <pc:sldMk cId="4069730976" sldId="262"/>
            <ac:cxnSpMk id="16" creationId="{1F16A8D4-FE87-4604-88B2-394B5D1EB437}"/>
          </ac:cxnSpMkLst>
        </pc:cxnChg>
        <pc:cxnChg chg="add">
          <ac:chgData name="Victor Olatunji" userId="S::victor.olatunji@dcmail.ca::04ca5623-0cc7-4284-837c-ec0d773a6537" providerId="AD" clId="Web-{04750269-FFDD-9120-7C18-E434EA9612DB}" dt="2025-12-01T20:29:30.399" v="28"/>
          <ac:cxnSpMkLst>
            <pc:docMk/>
            <pc:sldMk cId="4069730976" sldId="262"/>
            <ac:cxnSpMk id="28" creationId="{1F16A8D4-FE87-4604-88B2-394B5D1EB437}"/>
          </ac:cxnSpMkLst>
        </pc:cxnChg>
      </pc:sldChg>
      <pc:sldChg chg="addSp modSp add mod replId setBg modClrScheme chgLayout">
        <pc:chgData name="Victor Olatunji" userId="S::victor.olatunji@dcmail.ca::04ca5623-0cc7-4284-837c-ec0d773a6537" providerId="AD" clId="Web-{04750269-FFDD-9120-7C18-E434EA9612DB}" dt="2025-12-01T21:49:36.641" v="523"/>
        <pc:sldMkLst>
          <pc:docMk/>
          <pc:sldMk cId="1489735429" sldId="263"/>
        </pc:sldMkLst>
        <pc:spChg chg="add mod">
          <ac:chgData name="Victor Olatunji" userId="S::victor.olatunji@dcmail.ca::04ca5623-0cc7-4284-837c-ec0d773a6537" providerId="AD" clId="Web-{04750269-FFDD-9120-7C18-E434EA9612DB}" dt="2025-12-01T21:46:29.198" v="515" actId="1076"/>
          <ac:spMkLst>
            <pc:docMk/>
            <pc:sldMk cId="1489735429" sldId="263"/>
            <ac:spMk id="2" creationId="{EA30BBA2-1A38-C91B-709D-E1DFBEC9177F}"/>
          </ac:spMkLst>
        </pc:spChg>
        <pc:spChg chg="add mod">
          <ac:chgData name="Victor Olatunji" userId="S::victor.olatunji@dcmail.ca::04ca5623-0cc7-4284-837c-ec0d773a6537" providerId="AD" clId="Web-{04750269-FFDD-9120-7C18-E434EA9612DB}" dt="2025-12-01T21:45:24.538" v="509" actId="20577"/>
          <ac:spMkLst>
            <pc:docMk/>
            <pc:sldMk cId="1489735429" sldId="263"/>
            <ac:spMk id="3" creationId="{8C1D3EEB-882E-4476-901E-138EDFE8C2DA}"/>
          </ac:spMkLst>
        </pc:spChg>
        <pc:spChg chg="add mod">
          <ac:chgData name="Victor Olatunji" userId="S::victor.olatunji@dcmail.ca::04ca5623-0cc7-4284-837c-ec0d773a6537" providerId="AD" clId="Web-{04750269-FFDD-9120-7C18-E434EA9612DB}" dt="2025-12-01T20:47:06.811" v="61"/>
          <ac:spMkLst>
            <pc:docMk/>
            <pc:sldMk cId="1489735429" sldId="263"/>
            <ac:spMk id="8" creationId="{3677BAFB-3BD3-41BB-9107-FAE224AE21C4}"/>
          </ac:spMkLst>
        </pc:spChg>
        <pc:spChg chg="add">
          <ac:chgData name="Victor Olatunji" userId="S::victor.olatunji@dcmail.ca::04ca5623-0cc7-4284-837c-ec0d773a6537" providerId="AD" clId="Web-{04750269-FFDD-9120-7C18-E434EA9612DB}" dt="2025-12-01T20:32:56.072" v="37"/>
          <ac:spMkLst>
            <pc:docMk/>
            <pc:sldMk cId="1489735429" sldId="263"/>
            <ac:spMk id="10" creationId="{E6823A9B-C188-42D4-847C-3AD928DB145C}"/>
          </ac:spMkLst>
        </pc:spChg>
        <pc:spChg chg="add mod">
          <ac:chgData name="Victor Olatunji" userId="S::victor.olatunji@dcmail.ca::04ca5623-0cc7-4284-837c-ec0d773a6537" providerId="AD" clId="Web-{04750269-FFDD-9120-7C18-E434EA9612DB}" dt="2025-12-01T20:34:40.229" v="43"/>
          <ac:spMkLst>
            <pc:docMk/>
            <pc:sldMk cId="1489735429" sldId="263"/>
            <ac:spMk id="12" creationId="{34B557F3-1A0C-4749-A6DB-EAC082DF390B}"/>
          </ac:spMkLst>
        </pc:spChg>
        <pc:spChg chg="add mod">
          <ac:chgData name="Victor Olatunji" userId="S::victor.olatunji@dcmail.ca::04ca5623-0cc7-4284-837c-ec0d773a6537" providerId="AD" clId="Web-{04750269-FFDD-9120-7C18-E434EA9612DB}" dt="2025-12-01T20:34:17.214" v="42"/>
          <ac:spMkLst>
            <pc:docMk/>
            <pc:sldMk cId="1489735429" sldId="263"/>
            <ac:spMk id="14" creationId="{55D55AA6-3751-494F-868A-DCEDC5CE82BF}"/>
          </ac:spMkLst>
        </pc:spChg>
        <pc:spChg chg="add">
          <ac:chgData name="Victor Olatunji" userId="S::victor.olatunji@dcmail.ca::04ca5623-0cc7-4284-837c-ec0d773a6537" providerId="AD" clId="Web-{04750269-FFDD-9120-7C18-E434EA9612DB}" dt="2025-12-01T20:32:56.072" v="37"/>
          <ac:spMkLst>
            <pc:docMk/>
            <pc:sldMk cId="1489735429" sldId="263"/>
            <ac:spMk id="16" creationId="{4D4C00DC-4DC6-4CD2-9E31-F17E6CEBC5A6}"/>
          </ac:spMkLst>
        </pc:spChg>
        <pc:spChg chg="add">
          <ac:chgData name="Victor Olatunji" userId="S::victor.olatunji@dcmail.ca::04ca5623-0cc7-4284-837c-ec0d773a6537" providerId="AD" clId="Web-{04750269-FFDD-9120-7C18-E434EA9612DB}" dt="2025-12-01T20:32:56.072" v="37"/>
          <ac:spMkLst>
            <pc:docMk/>
            <pc:sldMk cId="1489735429" sldId="263"/>
            <ac:spMk id="18" creationId="{D82AB1B2-7970-42CF-8BF5-567C69E9FFFB}"/>
          </ac:spMkLst>
        </pc:spChg>
        <pc:spChg chg="mod">
          <ac:chgData name="Victor Olatunji" userId="S::victor.olatunji@dcmail.ca::04ca5623-0cc7-4284-837c-ec0d773a6537" providerId="AD" clId="Web-{04750269-FFDD-9120-7C18-E434EA9612DB}" dt="2025-12-01T21:44:37.645" v="506"/>
          <ac:spMkLst>
            <pc:docMk/>
            <pc:sldMk cId="1489735429" sldId="263"/>
            <ac:spMk id="22" creationId="{6AA52F4F-14E6-402F-A196-668B9CA9BC62}"/>
          </ac:spMkLst>
        </pc:spChg>
        <pc:spChg chg="add">
          <ac:chgData name="Victor Olatunji" userId="S::victor.olatunji@dcmail.ca::04ca5623-0cc7-4284-837c-ec0d773a6537" providerId="AD" clId="Web-{04750269-FFDD-9120-7C18-E434EA9612DB}" dt="2025-12-01T20:32:56.072" v="37"/>
          <ac:spMkLst>
            <pc:docMk/>
            <pc:sldMk cId="1489735429" sldId="263"/>
            <ac:spMk id="24" creationId="{C10FB9CA-E7FA-462C-B537-F1224ED1ACF4}"/>
          </ac:spMkLst>
        </pc:spChg>
        <pc:spChg chg="add mod">
          <ac:chgData name="Victor Olatunji" userId="S::victor.olatunji@dcmail.ca::04ca5623-0cc7-4284-837c-ec0d773a6537" providerId="AD" clId="Web-{04750269-FFDD-9120-7C18-E434EA9612DB}" dt="2025-12-01T20:34:52.354" v="44"/>
          <ac:spMkLst>
            <pc:docMk/>
            <pc:sldMk cId="1489735429" sldId="263"/>
            <ac:spMk id="26" creationId="{D8469AE7-A75B-4F37-850B-EF5974ABED2C}"/>
          </ac:spMkLst>
        </pc:spChg>
        <pc:picChg chg="add mod">
          <ac:chgData name="Victor Olatunji" userId="S::victor.olatunji@dcmail.ca::04ca5623-0cc7-4284-837c-ec0d773a6537" providerId="AD" clId="Web-{04750269-FFDD-9120-7C18-E434EA9612DB}" dt="2025-12-01T21:49:36.641" v="523"/>
          <ac:picMkLst>
            <pc:docMk/>
            <pc:sldMk cId="1489735429" sldId="263"/>
            <ac:picMk id="6" creationId="{F137AE8A-6A57-B3DF-7090-DBFCF720F0F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F09A00-3F24-4264-8D13-8E172CFE91D0}" type="doc">
      <dgm:prSet loTypeId="urn:microsoft.com/office/officeart/2005/8/layout/vList2" loCatId="list" qsTypeId="urn:microsoft.com/office/officeart/2005/8/quickstyle/simple2" qsCatId="simple" csTypeId="urn:microsoft.com/office/officeart/2005/8/colors/accent1_5" csCatId="accent1" phldr="1"/>
      <dgm:spPr/>
      <dgm:t>
        <a:bodyPr/>
        <a:lstStyle/>
        <a:p>
          <a:endParaRPr lang="en-US"/>
        </a:p>
      </dgm:t>
    </dgm:pt>
    <dgm:pt modelId="{9C815453-4696-403E-B9F3-A8B2CD86EEE0}">
      <dgm:prSet/>
      <dgm:spPr/>
      <dgm:t>
        <a:bodyPr/>
        <a:lstStyle/>
        <a:p>
          <a:r>
            <a:rPr lang="en-US" b="1" i="0"/>
            <a:t>Staff Registration</a:t>
          </a:r>
        </a:p>
        <a:p>
          <a:r>
            <a:rPr lang="en-US" b="0" i="0"/>
            <a:t>Create staff records including ID, name, role, department, contact info, and login credentials.</a:t>
          </a:r>
          <a:endParaRPr lang="en-US"/>
        </a:p>
      </dgm:t>
    </dgm:pt>
    <dgm:pt modelId="{CA001FD0-04F4-4B43-8357-78603A61FB4C}" type="parTrans" cxnId="{D29DAA31-94B9-4070-935F-819DC50D3024}">
      <dgm:prSet/>
      <dgm:spPr/>
      <dgm:t>
        <a:bodyPr/>
        <a:lstStyle/>
        <a:p>
          <a:endParaRPr lang="en-US"/>
        </a:p>
      </dgm:t>
    </dgm:pt>
    <dgm:pt modelId="{C05BB665-2054-4693-A8F0-1ADD40046C57}" type="sibTrans" cxnId="{D29DAA31-94B9-4070-935F-819DC50D3024}">
      <dgm:prSet/>
      <dgm:spPr/>
      <dgm:t>
        <a:bodyPr/>
        <a:lstStyle/>
        <a:p>
          <a:endParaRPr lang="en-US"/>
        </a:p>
      </dgm:t>
    </dgm:pt>
    <dgm:pt modelId="{17B29F11-0561-48A0-98F8-3D0DC2ED818A}">
      <dgm:prSet/>
      <dgm:spPr/>
      <dgm:t>
        <a:bodyPr/>
        <a:lstStyle/>
        <a:p>
          <a:r>
            <a:rPr lang="en-US" b="1" i="0"/>
            <a:t>Staff Management</a:t>
          </a:r>
        </a:p>
        <a:p>
          <a:r>
            <a:rPr lang="en-US" b="0" i="0"/>
            <a:t>Retrieve records by ID/name/dept; update roles, contacts, and transfers authorized users.</a:t>
          </a:r>
          <a:endParaRPr lang="en-US"/>
        </a:p>
      </dgm:t>
    </dgm:pt>
    <dgm:pt modelId="{C375B43D-1068-459B-BE53-7FD46E52011B}" type="parTrans" cxnId="{F3AA23C0-589A-4EF8-B954-4B3537C27E8D}">
      <dgm:prSet/>
      <dgm:spPr/>
      <dgm:t>
        <a:bodyPr/>
        <a:lstStyle/>
        <a:p>
          <a:endParaRPr lang="en-US"/>
        </a:p>
      </dgm:t>
    </dgm:pt>
    <dgm:pt modelId="{2D1F5086-5BCE-4738-884B-8EFDC22F7A60}" type="sibTrans" cxnId="{F3AA23C0-589A-4EF8-B954-4B3537C27E8D}">
      <dgm:prSet/>
      <dgm:spPr/>
      <dgm:t>
        <a:bodyPr/>
        <a:lstStyle/>
        <a:p>
          <a:endParaRPr lang="en-US"/>
        </a:p>
      </dgm:t>
    </dgm:pt>
    <dgm:pt modelId="{955681E3-FEE5-4904-9687-F18AF16F2987}">
      <dgm:prSet/>
      <dgm:spPr/>
      <dgm:t>
        <a:bodyPr/>
        <a:lstStyle/>
        <a:p>
          <a:r>
            <a:rPr lang="en-US" b="1" i="0"/>
            <a:t>Staff Offboarding</a:t>
          </a:r>
        </a:p>
        <a:p>
          <a:r>
            <a:rPr lang="en-US" b="0" i="0"/>
            <a:t>Delete active records upon exit and ensure archival of historical data for audit purposes.</a:t>
          </a:r>
          <a:endParaRPr lang="en-US"/>
        </a:p>
      </dgm:t>
    </dgm:pt>
    <dgm:pt modelId="{EF5EA747-60CD-4958-A99B-767C7B33237C}" type="parTrans" cxnId="{67F91BB5-CFB2-4C43-A939-EEA5FB475E33}">
      <dgm:prSet/>
      <dgm:spPr/>
      <dgm:t>
        <a:bodyPr/>
        <a:lstStyle/>
        <a:p>
          <a:endParaRPr lang="en-US"/>
        </a:p>
      </dgm:t>
    </dgm:pt>
    <dgm:pt modelId="{C98ED8FC-6C56-41DF-9208-0AF60D5F2C30}" type="sibTrans" cxnId="{67F91BB5-CFB2-4C43-A939-EEA5FB475E33}">
      <dgm:prSet/>
      <dgm:spPr/>
      <dgm:t>
        <a:bodyPr/>
        <a:lstStyle/>
        <a:p>
          <a:endParaRPr lang="en-US"/>
        </a:p>
      </dgm:t>
    </dgm:pt>
    <dgm:pt modelId="{F1A548F9-5DD9-4104-AC4B-B9C5EE7A2996}">
      <dgm:prSet/>
      <dgm:spPr/>
      <dgm:t>
        <a:bodyPr/>
        <a:lstStyle/>
        <a:p>
          <a:r>
            <a:rPr lang="en-US" b="1" i="0"/>
            <a:t>Hospital Profile Creation</a:t>
          </a:r>
        </a:p>
        <a:p>
          <a:r>
            <a:rPr lang="en-US" b="0" i="0"/>
            <a:t>Create hospital records with ID, name, address and contact info</a:t>
          </a:r>
          <a:endParaRPr lang="en-US"/>
        </a:p>
      </dgm:t>
    </dgm:pt>
    <dgm:pt modelId="{7D771BF3-9811-4B3E-825A-16D3ACA44532}" type="parTrans" cxnId="{A3544FAB-8712-48A0-A925-E8AD6E1DB28C}">
      <dgm:prSet/>
      <dgm:spPr/>
      <dgm:t>
        <a:bodyPr/>
        <a:lstStyle/>
        <a:p>
          <a:endParaRPr lang="en-US"/>
        </a:p>
      </dgm:t>
    </dgm:pt>
    <dgm:pt modelId="{E71D139A-6240-41F9-8AB3-67A6D683A7B4}" type="sibTrans" cxnId="{A3544FAB-8712-48A0-A925-E8AD6E1DB28C}">
      <dgm:prSet/>
      <dgm:spPr/>
      <dgm:t>
        <a:bodyPr/>
        <a:lstStyle/>
        <a:p>
          <a:endParaRPr lang="en-US"/>
        </a:p>
      </dgm:t>
    </dgm:pt>
    <dgm:pt modelId="{F05A1CD6-DFDC-4A07-90EE-A48164289B9E}">
      <dgm:prSet/>
      <dgm:spPr/>
      <dgm:t>
        <a:bodyPr/>
        <a:lstStyle/>
        <a:p>
          <a:r>
            <a:rPr lang="en-US" b="1" i="0"/>
            <a:t>Facility Lifecycle</a:t>
          </a:r>
        </a:p>
        <a:p>
          <a:r>
            <a:rPr lang="en-US" b="0" i="0"/>
            <a:t>Update capacity/services; delete records on closure/merge with mandatory data archival.</a:t>
          </a:r>
          <a:endParaRPr lang="en-US"/>
        </a:p>
      </dgm:t>
    </dgm:pt>
    <dgm:pt modelId="{B763A33E-72E7-40CA-B7E2-B3782A68B35F}" type="parTrans" cxnId="{4ED2D44B-05BB-4814-BC2F-AA67A014FD70}">
      <dgm:prSet/>
      <dgm:spPr/>
      <dgm:t>
        <a:bodyPr/>
        <a:lstStyle/>
        <a:p>
          <a:endParaRPr lang="en-US"/>
        </a:p>
      </dgm:t>
    </dgm:pt>
    <dgm:pt modelId="{741F9D1C-C99A-4353-80E2-A2B76B30259F}" type="sibTrans" cxnId="{4ED2D44B-05BB-4814-BC2F-AA67A014FD70}">
      <dgm:prSet/>
      <dgm:spPr/>
      <dgm:t>
        <a:bodyPr/>
        <a:lstStyle/>
        <a:p>
          <a:endParaRPr lang="en-US"/>
        </a:p>
      </dgm:t>
    </dgm:pt>
    <dgm:pt modelId="{357E246E-DEB4-4B91-8BC2-FAEEB8333AE1}" type="pres">
      <dgm:prSet presAssocID="{A8F09A00-3F24-4264-8D13-8E172CFE91D0}" presName="linear" presStyleCnt="0">
        <dgm:presLayoutVars>
          <dgm:animLvl val="lvl"/>
          <dgm:resizeHandles val="exact"/>
        </dgm:presLayoutVars>
      </dgm:prSet>
      <dgm:spPr/>
    </dgm:pt>
    <dgm:pt modelId="{E83FA69A-CEFE-4FF6-9745-9A809A53F3DF}" type="pres">
      <dgm:prSet presAssocID="{9C815453-4696-403E-B9F3-A8B2CD86EEE0}" presName="parentText" presStyleLbl="node1" presStyleIdx="0" presStyleCnt="5" custLinFactY="-46107" custLinFactNeighborX="-47911" custLinFactNeighborY="-100000">
        <dgm:presLayoutVars>
          <dgm:chMax val="0"/>
          <dgm:bulletEnabled val="1"/>
        </dgm:presLayoutVars>
      </dgm:prSet>
      <dgm:spPr/>
    </dgm:pt>
    <dgm:pt modelId="{BA83FEA8-59DC-4D14-BCBD-ABDD45FF4F9A}" type="pres">
      <dgm:prSet presAssocID="{C05BB665-2054-4693-A8F0-1ADD40046C57}" presName="spacer" presStyleCnt="0"/>
      <dgm:spPr/>
    </dgm:pt>
    <dgm:pt modelId="{3D79E033-FAF6-49D3-8122-9DF83E8A5625}" type="pres">
      <dgm:prSet presAssocID="{17B29F11-0561-48A0-98F8-3D0DC2ED818A}" presName="parentText" presStyleLbl="node1" presStyleIdx="1" presStyleCnt="5">
        <dgm:presLayoutVars>
          <dgm:chMax val="0"/>
          <dgm:bulletEnabled val="1"/>
        </dgm:presLayoutVars>
      </dgm:prSet>
      <dgm:spPr/>
    </dgm:pt>
    <dgm:pt modelId="{A07D7C2B-A7D6-4775-BF31-1687FA0541F0}" type="pres">
      <dgm:prSet presAssocID="{2D1F5086-5BCE-4738-884B-8EFDC22F7A60}" presName="spacer" presStyleCnt="0"/>
      <dgm:spPr/>
    </dgm:pt>
    <dgm:pt modelId="{81ABFE93-E1C6-4280-B7AB-EAE46A9828DB}" type="pres">
      <dgm:prSet presAssocID="{955681E3-FEE5-4904-9687-F18AF16F2987}" presName="parentText" presStyleLbl="node1" presStyleIdx="2" presStyleCnt="5">
        <dgm:presLayoutVars>
          <dgm:chMax val="0"/>
          <dgm:bulletEnabled val="1"/>
        </dgm:presLayoutVars>
      </dgm:prSet>
      <dgm:spPr/>
    </dgm:pt>
    <dgm:pt modelId="{0C241CFE-E2BF-4813-A553-073F360D0ED8}" type="pres">
      <dgm:prSet presAssocID="{C98ED8FC-6C56-41DF-9208-0AF60D5F2C30}" presName="spacer" presStyleCnt="0"/>
      <dgm:spPr/>
    </dgm:pt>
    <dgm:pt modelId="{23861B8C-1C4A-4F40-97E1-31C4BB0BBD72}" type="pres">
      <dgm:prSet presAssocID="{F1A548F9-5DD9-4104-AC4B-B9C5EE7A2996}" presName="parentText" presStyleLbl="node1" presStyleIdx="3" presStyleCnt="5">
        <dgm:presLayoutVars>
          <dgm:chMax val="0"/>
          <dgm:bulletEnabled val="1"/>
        </dgm:presLayoutVars>
      </dgm:prSet>
      <dgm:spPr/>
    </dgm:pt>
    <dgm:pt modelId="{09FE5293-89BC-4A53-82AB-B90EB67C8C94}" type="pres">
      <dgm:prSet presAssocID="{E71D139A-6240-41F9-8AB3-67A6D683A7B4}" presName="spacer" presStyleCnt="0"/>
      <dgm:spPr/>
    </dgm:pt>
    <dgm:pt modelId="{B2D7217F-BF3A-4595-BD39-7C3398BE2454}" type="pres">
      <dgm:prSet presAssocID="{F05A1CD6-DFDC-4A07-90EE-A48164289B9E}" presName="parentText" presStyleLbl="node1" presStyleIdx="4" presStyleCnt="5">
        <dgm:presLayoutVars>
          <dgm:chMax val="0"/>
          <dgm:bulletEnabled val="1"/>
        </dgm:presLayoutVars>
      </dgm:prSet>
      <dgm:spPr/>
    </dgm:pt>
  </dgm:ptLst>
  <dgm:cxnLst>
    <dgm:cxn modelId="{7E895626-CA74-4C33-BA77-388B9EB2A6A4}" type="presOf" srcId="{17B29F11-0561-48A0-98F8-3D0DC2ED818A}" destId="{3D79E033-FAF6-49D3-8122-9DF83E8A5625}" srcOrd="0" destOrd="0" presId="urn:microsoft.com/office/officeart/2005/8/layout/vList2"/>
    <dgm:cxn modelId="{D29DAA31-94B9-4070-935F-819DC50D3024}" srcId="{A8F09A00-3F24-4264-8D13-8E172CFE91D0}" destId="{9C815453-4696-403E-B9F3-A8B2CD86EEE0}" srcOrd="0" destOrd="0" parTransId="{CA001FD0-04F4-4B43-8357-78603A61FB4C}" sibTransId="{C05BB665-2054-4693-A8F0-1ADD40046C57}"/>
    <dgm:cxn modelId="{94A4D865-913F-4D3B-B0B3-33029A4B3F28}" type="presOf" srcId="{F1A548F9-5DD9-4104-AC4B-B9C5EE7A2996}" destId="{23861B8C-1C4A-4F40-97E1-31C4BB0BBD72}" srcOrd="0" destOrd="0" presId="urn:microsoft.com/office/officeart/2005/8/layout/vList2"/>
    <dgm:cxn modelId="{4ED2D44B-05BB-4814-BC2F-AA67A014FD70}" srcId="{A8F09A00-3F24-4264-8D13-8E172CFE91D0}" destId="{F05A1CD6-DFDC-4A07-90EE-A48164289B9E}" srcOrd="4" destOrd="0" parTransId="{B763A33E-72E7-40CA-B7E2-B3782A68B35F}" sibTransId="{741F9D1C-C99A-4353-80E2-A2B76B30259F}"/>
    <dgm:cxn modelId="{9E704B71-2757-4A0A-98AA-9F3591FB6BA4}" type="presOf" srcId="{955681E3-FEE5-4904-9687-F18AF16F2987}" destId="{81ABFE93-E1C6-4280-B7AB-EAE46A9828DB}" srcOrd="0" destOrd="0" presId="urn:microsoft.com/office/officeart/2005/8/layout/vList2"/>
    <dgm:cxn modelId="{D18B36AB-198D-41A2-BEBA-D8D0D9C7D2C1}" type="presOf" srcId="{9C815453-4696-403E-B9F3-A8B2CD86EEE0}" destId="{E83FA69A-CEFE-4FF6-9745-9A809A53F3DF}" srcOrd="0" destOrd="0" presId="urn:microsoft.com/office/officeart/2005/8/layout/vList2"/>
    <dgm:cxn modelId="{A3544FAB-8712-48A0-A925-E8AD6E1DB28C}" srcId="{A8F09A00-3F24-4264-8D13-8E172CFE91D0}" destId="{F1A548F9-5DD9-4104-AC4B-B9C5EE7A2996}" srcOrd="3" destOrd="0" parTransId="{7D771BF3-9811-4B3E-825A-16D3ACA44532}" sibTransId="{E71D139A-6240-41F9-8AB3-67A6D683A7B4}"/>
    <dgm:cxn modelId="{6567BDB4-F66F-464B-B608-2C1839655E5F}" type="presOf" srcId="{F05A1CD6-DFDC-4A07-90EE-A48164289B9E}" destId="{B2D7217F-BF3A-4595-BD39-7C3398BE2454}" srcOrd="0" destOrd="0" presId="urn:microsoft.com/office/officeart/2005/8/layout/vList2"/>
    <dgm:cxn modelId="{67F91BB5-CFB2-4C43-A939-EEA5FB475E33}" srcId="{A8F09A00-3F24-4264-8D13-8E172CFE91D0}" destId="{955681E3-FEE5-4904-9687-F18AF16F2987}" srcOrd="2" destOrd="0" parTransId="{EF5EA747-60CD-4958-A99B-767C7B33237C}" sibTransId="{C98ED8FC-6C56-41DF-9208-0AF60D5F2C30}"/>
    <dgm:cxn modelId="{F3AA23C0-589A-4EF8-B954-4B3537C27E8D}" srcId="{A8F09A00-3F24-4264-8D13-8E172CFE91D0}" destId="{17B29F11-0561-48A0-98F8-3D0DC2ED818A}" srcOrd="1" destOrd="0" parTransId="{C375B43D-1068-459B-BE53-7FD46E52011B}" sibTransId="{2D1F5086-5BCE-4738-884B-8EFDC22F7A60}"/>
    <dgm:cxn modelId="{B41CA0DD-E4D3-4D85-A57E-2997ACA51A25}" type="presOf" srcId="{A8F09A00-3F24-4264-8D13-8E172CFE91D0}" destId="{357E246E-DEB4-4B91-8BC2-FAEEB8333AE1}" srcOrd="0" destOrd="0" presId="urn:microsoft.com/office/officeart/2005/8/layout/vList2"/>
    <dgm:cxn modelId="{ACB2069C-EA8E-47F9-8C60-82F766BF4866}" type="presParOf" srcId="{357E246E-DEB4-4B91-8BC2-FAEEB8333AE1}" destId="{E83FA69A-CEFE-4FF6-9745-9A809A53F3DF}" srcOrd="0" destOrd="0" presId="urn:microsoft.com/office/officeart/2005/8/layout/vList2"/>
    <dgm:cxn modelId="{41888D2D-314F-48D2-85AD-FFC1E40B5CD9}" type="presParOf" srcId="{357E246E-DEB4-4B91-8BC2-FAEEB8333AE1}" destId="{BA83FEA8-59DC-4D14-BCBD-ABDD45FF4F9A}" srcOrd="1" destOrd="0" presId="urn:microsoft.com/office/officeart/2005/8/layout/vList2"/>
    <dgm:cxn modelId="{CAC2F1F7-123C-4C4A-97B8-86BEFCEDC22B}" type="presParOf" srcId="{357E246E-DEB4-4B91-8BC2-FAEEB8333AE1}" destId="{3D79E033-FAF6-49D3-8122-9DF83E8A5625}" srcOrd="2" destOrd="0" presId="urn:microsoft.com/office/officeart/2005/8/layout/vList2"/>
    <dgm:cxn modelId="{7EF6933B-4635-4BFE-B70F-4F1164F6870B}" type="presParOf" srcId="{357E246E-DEB4-4B91-8BC2-FAEEB8333AE1}" destId="{A07D7C2B-A7D6-4775-BF31-1687FA0541F0}" srcOrd="3" destOrd="0" presId="urn:microsoft.com/office/officeart/2005/8/layout/vList2"/>
    <dgm:cxn modelId="{FB1235AC-694E-4533-AAD2-FFC89840F0C8}" type="presParOf" srcId="{357E246E-DEB4-4B91-8BC2-FAEEB8333AE1}" destId="{81ABFE93-E1C6-4280-B7AB-EAE46A9828DB}" srcOrd="4" destOrd="0" presId="urn:microsoft.com/office/officeart/2005/8/layout/vList2"/>
    <dgm:cxn modelId="{09AD845A-3372-406E-998B-DA8EC6A27D36}" type="presParOf" srcId="{357E246E-DEB4-4B91-8BC2-FAEEB8333AE1}" destId="{0C241CFE-E2BF-4813-A553-073F360D0ED8}" srcOrd="5" destOrd="0" presId="urn:microsoft.com/office/officeart/2005/8/layout/vList2"/>
    <dgm:cxn modelId="{04ED1F8B-DF82-4B1F-BFA9-88C72591B45C}" type="presParOf" srcId="{357E246E-DEB4-4B91-8BC2-FAEEB8333AE1}" destId="{23861B8C-1C4A-4F40-97E1-31C4BB0BBD72}" srcOrd="6" destOrd="0" presId="urn:microsoft.com/office/officeart/2005/8/layout/vList2"/>
    <dgm:cxn modelId="{3227D935-55E5-4E5B-99C4-2C16E7D76731}" type="presParOf" srcId="{357E246E-DEB4-4B91-8BC2-FAEEB8333AE1}" destId="{09FE5293-89BC-4A53-82AB-B90EB67C8C94}" srcOrd="7" destOrd="0" presId="urn:microsoft.com/office/officeart/2005/8/layout/vList2"/>
    <dgm:cxn modelId="{7B24495D-A2C3-413F-8440-1686C6CAB756}" type="presParOf" srcId="{357E246E-DEB4-4B91-8BC2-FAEEB8333AE1}" destId="{B2D7217F-BF3A-4595-BD39-7C3398BE245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FDD722-C997-49B6-802D-84EEC82A1B3A}" type="doc">
      <dgm:prSet loTypeId="urn:microsoft.com/office/officeart/2005/8/layout/default" loCatId="list" qsTypeId="urn:microsoft.com/office/officeart/2005/8/quickstyle/simple1" qsCatId="simple" csTypeId="urn:microsoft.com/office/officeart/2005/8/colors/accent4_3" csCatId="accent4" phldr="1"/>
      <dgm:spPr/>
      <dgm:t>
        <a:bodyPr/>
        <a:lstStyle/>
        <a:p>
          <a:endParaRPr lang="en-US"/>
        </a:p>
      </dgm:t>
    </dgm:pt>
    <dgm:pt modelId="{04CC7E1C-5515-4E72-8E9E-DFF7BDA66B69}">
      <dgm:prSet custT="1"/>
      <dgm:spPr/>
      <dgm:t>
        <a:bodyPr/>
        <a:lstStyle/>
        <a:p>
          <a:r>
            <a:rPr lang="en-US" sz="1800" b="1" i="0"/>
            <a:t>Cost Accumulation</a:t>
          </a:r>
        </a:p>
        <a:p>
          <a:r>
            <a:rPr lang="en-US" sz="1800" b="0" i="0"/>
            <a:t>Track and accumulate operational costs by specific departments and cost centers.</a:t>
          </a:r>
          <a:endParaRPr lang="en-US" sz="1800"/>
        </a:p>
      </dgm:t>
    </dgm:pt>
    <dgm:pt modelId="{91235CC1-C7DD-4155-9F42-700D34358226}" type="parTrans" cxnId="{98C1692D-6289-4CA8-8FCD-4599E561CBC9}">
      <dgm:prSet/>
      <dgm:spPr/>
      <dgm:t>
        <a:bodyPr/>
        <a:lstStyle/>
        <a:p>
          <a:endParaRPr lang="en-US" sz="1800"/>
        </a:p>
      </dgm:t>
    </dgm:pt>
    <dgm:pt modelId="{58043338-7442-4F9E-BE6B-5FBB6D22EF61}" type="sibTrans" cxnId="{98C1692D-6289-4CA8-8FCD-4599E561CBC9}">
      <dgm:prSet/>
      <dgm:spPr/>
      <dgm:t>
        <a:bodyPr/>
        <a:lstStyle/>
        <a:p>
          <a:endParaRPr lang="en-US" sz="1800"/>
        </a:p>
      </dgm:t>
    </dgm:pt>
    <dgm:pt modelId="{61DBF7F0-8D90-4229-AF00-6AE39E0F8B7E}">
      <dgm:prSet custT="1"/>
      <dgm:spPr/>
      <dgm:t>
        <a:bodyPr/>
        <a:lstStyle/>
        <a:p>
          <a:r>
            <a:rPr lang="en-US" sz="1800" b="1" i="0"/>
            <a:t>Daily Room Utilization:</a:t>
          </a:r>
          <a:r>
            <a:rPr lang="en-US" sz="1800" b="0" i="0"/>
            <a:t> Generate comprehensive reports showing hospital room occupancy</a:t>
          </a:r>
          <a:endParaRPr lang="en-US" sz="1800"/>
        </a:p>
      </dgm:t>
    </dgm:pt>
    <dgm:pt modelId="{C3BB4696-2AFD-4BED-94B8-54F2A56EF9F1}" type="parTrans" cxnId="{DC93CE2F-9773-4043-8167-A2EAECCC6A77}">
      <dgm:prSet/>
      <dgm:spPr/>
      <dgm:t>
        <a:bodyPr/>
        <a:lstStyle/>
        <a:p>
          <a:endParaRPr lang="en-US" sz="1800"/>
        </a:p>
      </dgm:t>
    </dgm:pt>
    <dgm:pt modelId="{D79C5FD6-2FC1-4054-8812-B44D30A0F002}" type="sibTrans" cxnId="{DC93CE2F-9773-4043-8167-A2EAECCC6A77}">
      <dgm:prSet/>
      <dgm:spPr/>
      <dgm:t>
        <a:bodyPr/>
        <a:lstStyle/>
        <a:p>
          <a:endParaRPr lang="en-US" sz="1800"/>
        </a:p>
      </dgm:t>
    </dgm:pt>
    <dgm:pt modelId="{4A9F373A-26FA-44B2-9988-F5D7DABF92D0}">
      <dgm:prSet custT="1"/>
      <dgm:spPr/>
      <dgm:t>
        <a:bodyPr/>
        <a:lstStyle/>
        <a:p>
          <a:r>
            <a:rPr lang="en-US" sz="1800" b="1" i="0"/>
            <a:t>Physician Records:</a:t>
          </a:r>
          <a:r>
            <a:rPr lang="en-US" sz="1800" b="0" i="0"/>
            <a:t> </a:t>
          </a:r>
        </a:p>
        <a:p>
          <a:r>
            <a:rPr lang="en-US" sz="1800" b="0" i="0"/>
            <a:t>Maintain detailed profiles including ID, name, specialty, and contact information.</a:t>
          </a:r>
          <a:endParaRPr lang="en-US" sz="1800"/>
        </a:p>
      </dgm:t>
    </dgm:pt>
    <dgm:pt modelId="{64CAD838-F744-468B-9F31-F144C5BF87C2}" type="parTrans" cxnId="{AEBAF510-A594-4583-BACD-FFAB3CE1355D}">
      <dgm:prSet/>
      <dgm:spPr/>
      <dgm:t>
        <a:bodyPr/>
        <a:lstStyle/>
        <a:p>
          <a:endParaRPr lang="en-US" sz="1800"/>
        </a:p>
      </dgm:t>
    </dgm:pt>
    <dgm:pt modelId="{1251E8D4-24FB-4AFE-A171-BC32663E90ED}" type="sibTrans" cxnId="{AEBAF510-A594-4583-BACD-FFAB3CE1355D}">
      <dgm:prSet/>
      <dgm:spPr/>
      <dgm:t>
        <a:bodyPr/>
        <a:lstStyle/>
        <a:p>
          <a:endParaRPr lang="en-US" sz="1800"/>
        </a:p>
      </dgm:t>
    </dgm:pt>
    <dgm:pt modelId="{335C7E2E-1138-4C57-BDA3-BA9B96675D0A}">
      <dgm:prSet custT="1"/>
      <dgm:spPr/>
      <dgm:t>
        <a:bodyPr/>
        <a:lstStyle/>
        <a:p>
          <a:r>
            <a:rPr lang="en-US" sz="1800" b="1" i="0"/>
            <a:t>Revenue Reporting</a:t>
          </a:r>
        </a:p>
        <a:p>
          <a:r>
            <a:rPr lang="en-US" sz="1800" b="0" i="0"/>
            <a:t>Generate daily revenue by patient and weekly analysis by payment method.</a:t>
          </a:r>
          <a:endParaRPr lang="en-US" sz="1800"/>
        </a:p>
      </dgm:t>
    </dgm:pt>
    <dgm:pt modelId="{CDAE7469-BF35-4EA6-AC1F-8E4844974987}" type="parTrans" cxnId="{3151400C-6B3A-46C4-9872-FC0197F4B8E2}">
      <dgm:prSet/>
      <dgm:spPr/>
      <dgm:t>
        <a:bodyPr/>
        <a:lstStyle/>
        <a:p>
          <a:endParaRPr lang="en-US" sz="1800"/>
        </a:p>
      </dgm:t>
    </dgm:pt>
    <dgm:pt modelId="{148B6EDA-EFD0-421F-8653-FD6041BE6937}" type="sibTrans" cxnId="{3151400C-6B3A-46C4-9872-FC0197F4B8E2}">
      <dgm:prSet/>
      <dgm:spPr/>
      <dgm:t>
        <a:bodyPr/>
        <a:lstStyle/>
        <a:p>
          <a:endParaRPr lang="en-US" sz="1800"/>
        </a:p>
      </dgm:t>
    </dgm:pt>
    <dgm:pt modelId="{D0B0E66F-BB3B-447F-A585-A0B6128AEC4A}">
      <dgm:prSet custT="1"/>
      <dgm:spPr/>
      <dgm:t>
        <a:bodyPr/>
        <a:lstStyle/>
        <a:p>
          <a:r>
            <a:rPr lang="en-US" sz="1800" b="1" i="0"/>
            <a:t>Patient Billing</a:t>
          </a:r>
        </a:p>
        <a:p>
          <a:r>
            <a:rPr lang="en-US" sz="1800" b="0" i="0"/>
            <a:t>Issue detailed statements with charges, cost centers, and balances due.</a:t>
          </a:r>
          <a:endParaRPr lang="en-US" sz="1800"/>
        </a:p>
      </dgm:t>
    </dgm:pt>
    <dgm:pt modelId="{F0E45870-0893-44A0-8D34-9AAECB06C03F}" type="parTrans" cxnId="{E891EDDD-7138-4C79-B06A-6CE6BF9E0731}">
      <dgm:prSet/>
      <dgm:spPr/>
      <dgm:t>
        <a:bodyPr/>
        <a:lstStyle/>
        <a:p>
          <a:endParaRPr lang="en-US" sz="1800"/>
        </a:p>
      </dgm:t>
    </dgm:pt>
    <dgm:pt modelId="{903A3F65-2C8E-4C00-BA3F-3DCB332F21FB}" type="sibTrans" cxnId="{E891EDDD-7138-4C79-B06A-6CE6BF9E0731}">
      <dgm:prSet/>
      <dgm:spPr/>
      <dgm:t>
        <a:bodyPr/>
        <a:lstStyle/>
        <a:p>
          <a:endParaRPr lang="en-US" sz="1800"/>
        </a:p>
      </dgm:t>
    </dgm:pt>
    <dgm:pt modelId="{80EECC6D-4D5B-43E1-A571-FE3EFBFEC9A6}">
      <dgm:prSet custT="1"/>
      <dgm:spPr/>
      <dgm:t>
        <a:bodyPr/>
        <a:lstStyle/>
        <a:p>
          <a:pPr>
            <a:buFont typeface="Arial" panose="020B0604020202020204" pitchFamily="34" charset="0"/>
            <a:buChar char="•"/>
          </a:pPr>
          <a:r>
            <a:rPr lang="en-US" sz="1800" b="1" i="0"/>
            <a:t>Daily Reporting:</a:t>
          </a:r>
          <a:r>
            <a:rPr lang="en-US" sz="1800" b="0" i="0"/>
            <a:t> </a:t>
          </a:r>
        </a:p>
        <a:p>
          <a:pPr>
            <a:buFont typeface="Arial" panose="020B0604020202020204" pitchFamily="34" charset="0"/>
            <a:buChar char="•"/>
          </a:pPr>
          <a:r>
            <a:rPr lang="en-US" sz="1800" b="0" i="0"/>
            <a:t>Generate daily reports listing admitted patients referred by specific physicians for streamlined rounds.</a:t>
          </a:r>
        </a:p>
      </dgm:t>
    </dgm:pt>
    <dgm:pt modelId="{B5D1E2A1-26E9-49CB-A9C9-C9C249D7065A}" type="parTrans" cxnId="{1B7ED988-4C30-4EAA-8639-8379696259E3}">
      <dgm:prSet/>
      <dgm:spPr/>
      <dgm:t>
        <a:bodyPr/>
        <a:lstStyle/>
        <a:p>
          <a:endParaRPr lang="en-US"/>
        </a:p>
      </dgm:t>
    </dgm:pt>
    <dgm:pt modelId="{AF44C4DA-48EF-47F8-924E-69B43C804CB9}" type="sibTrans" cxnId="{1B7ED988-4C30-4EAA-8639-8379696259E3}">
      <dgm:prSet/>
      <dgm:spPr/>
      <dgm:t>
        <a:bodyPr/>
        <a:lstStyle/>
        <a:p>
          <a:endParaRPr lang="en-US"/>
        </a:p>
      </dgm:t>
    </dgm:pt>
    <dgm:pt modelId="{EE57017D-06D5-4326-AD2B-80395BB25C3A}" type="pres">
      <dgm:prSet presAssocID="{19FDD722-C997-49B6-802D-84EEC82A1B3A}" presName="diagram" presStyleCnt="0">
        <dgm:presLayoutVars>
          <dgm:dir/>
          <dgm:resizeHandles val="exact"/>
        </dgm:presLayoutVars>
      </dgm:prSet>
      <dgm:spPr/>
    </dgm:pt>
    <dgm:pt modelId="{07C60B1F-6FD4-4DFE-B261-AA4B8903954A}" type="pres">
      <dgm:prSet presAssocID="{04CC7E1C-5515-4E72-8E9E-DFF7BDA66B69}" presName="node" presStyleLbl="node1" presStyleIdx="0" presStyleCnt="6" custScaleY="123308">
        <dgm:presLayoutVars>
          <dgm:bulletEnabled val="1"/>
        </dgm:presLayoutVars>
      </dgm:prSet>
      <dgm:spPr/>
    </dgm:pt>
    <dgm:pt modelId="{488141CA-6637-4677-B5E5-D89E56CAC749}" type="pres">
      <dgm:prSet presAssocID="{58043338-7442-4F9E-BE6B-5FBB6D22EF61}" presName="sibTrans" presStyleCnt="0"/>
      <dgm:spPr/>
    </dgm:pt>
    <dgm:pt modelId="{3BF0F503-0C48-428D-9FDD-0C30429F228B}" type="pres">
      <dgm:prSet presAssocID="{61DBF7F0-8D90-4229-AF00-6AE39E0F8B7E}" presName="node" presStyleLbl="node1" presStyleIdx="1" presStyleCnt="6" custScaleY="121967">
        <dgm:presLayoutVars>
          <dgm:bulletEnabled val="1"/>
        </dgm:presLayoutVars>
      </dgm:prSet>
      <dgm:spPr/>
    </dgm:pt>
    <dgm:pt modelId="{7CB5D7F6-8913-4977-A341-C3534B414B67}" type="pres">
      <dgm:prSet presAssocID="{D79C5FD6-2FC1-4054-8812-B44D30A0F002}" presName="sibTrans" presStyleCnt="0"/>
      <dgm:spPr/>
    </dgm:pt>
    <dgm:pt modelId="{C5DFEC09-F595-46AB-9D2F-61E67884DCFE}" type="pres">
      <dgm:prSet presAssocID="{4A9F373A-26FA-44B2-9988-F5D7DABF92D0}" presName="node" presStyleLbl="node1" presStyleIdx="2" presStyleCnt="6" custScaleY="127331">
        <dgm:presLayoutVars>
          <dgm:bulletEnabled val="1"/>
        </dgm:presLayoutVars>
      </dgm:prSet>
      <dgm:spPr/>
    </dgm:pt>
    <dgm:pt modelId="{060E3C77-F56C-4261-B1E1-34388899EE17}" type="pres">
      <dgm:prSet presAssocID="{1251E8D4-24FB-4AFE-A171-BC32663E90ED}" presName="sibTrans" presStyleCnt="0"/>
      <dgm:spPr/>
    </dgm:pt>
    <dgm:pt modelId="{4AC41102-0C8F-49C3-976A-25A405FE10DD}" type="pres">
      <dgm:prSet presAssocID="{80EECC6D-4D5B-43E1-A571-FE3EFBFEC9A6}" presName="node" presStyleLbl="node1" presStyleIdx="3" presStyleCnt="6" custScaleY="117119">
        <dgm:presLayoutVars>
          <dgm:bulletEnabled val="1"/>
        </dgm:presLayoutVars>
      </dgm:prSet>
      <dgm:spPr/>
    </dgm:pt>
    <dgm:pt modelId="{6B8680D4-D7FE-410F-86CD-1A85FF07FE77}" type="pres">
      <dgm:prSet presAssocID="{AF44C4DA-48EF-47F8-924E-69B43C804CB9}" presName="sibTrans" presStyleCnt="0"/>
      <dgm:spPr/>
    </dgm:pt>
    <dgm:pt modelId="{D7DD4AB1-CFE5-49CD-87C2-912CD8D1C8FF}" type="pres">
      <dgm:prSet presAssocID="{335C7E2E-1138-4C57-BDA3-BA9B96675D0A}" presName="node" presStyleLbl="node1" presStyleIdx="4" presStyleCnt="6" custScaleY="119801">
        <dgm:presLayoutVars>
          <dgm:bulletEnabled val="1"/>
        </dgm:presLayoutVars>
      </dgm:prSet>
      <dgm:spPr/>
    </dgm:pt>
    <dgm:pt modelId="{7797DD3A-D07E-4306-B958-7391EADE227C}" type="pres">
      <dgm:prSet presAssocID="{148B6EDA-EFD0-421F-8653-FD6041BE6937}" presName="sibTrans" presStyleCnt="0"/>
      <dgm:spPr/>
    </dgm:pt>
    <dgm:pt modelId="{067D9145-BDEC-4B56-9C1F-BE7639C3E583}" type="pres">
      <dgm:prSet presAssocID="{D0B0E66F-BB3B-447F-A585-A0B6128AEC4A}" presName="node" presStyleLbl="node1" presStyleIdx="5" presStyleCnt="6" custScaleY="123824">
        <dgm:presLayoutVars>
          <dgm:bulletEnabled val="1"/>
        </dgm:presLayoutVars>
      </dgm:prSet>
      <dgm:spPr/>
    </dgm:pt>
  </dgm:ptLst>
  <dgm:cxnLst>
    <dgm:cxn modelId="{684A1C06-1251-41C1-9022-DD7047D1C9D7}" type="presOf" srcId="{80EECC6D-4D5B-43E1-A571-FE3EFBFEC9A6}" destId="{4AC41102-0C8F-49C3-976A-25A405FE10DD}" srcOrd="0" destOrd="0" presId="urn:microsoft.com/office/officeart/2005/8/layout/default"/>
    <dgm:cxn modelId="{3151400C-6B3A-46C4-9872-FC0197F4B8E2}" srcId="{19FDD722-C997-49B6-802D-84EEC82A1B3A}" destId="{335C7E2E-1138-4C57-BDA3-BA9B96675D0A}" srcOrd="4" destOrd="0" parTransId="{CDAE7469-BF35-4EA6-AC1F-8E4844974987}" sibTransId="{148B6EDA-EFD0-421F-8653-FD6041BE6937}"/>
    <dgm:cxn modelId="{AEBAF510-A594-4583-BACD-FFAB3CE1355D}" srcId="{19FDD722-C997-49B6-802D-84EEC82A1B3A}" destId="{4A9F373A-26FA-44B2-9988-F5D7DABF92D0}" srcOrd="2" destOrd="0" parTransId="{64CAD838-F744-468B-9F31-F144C5BF87C2}" sibTransId="{1251E8D4-24FB-4AFE-A171-BC32663E90ED}"/>
    <dgm:cxn modelId="{98C1692D-6289-4CA8-8FCD-4599E561CBC9}" srcId="{19FDD722-C997-49B6-802D-84EEC82A1B3A}" destId="{04CC7E1C-5515-4E72-8E9E-DFF7BDA66B69}" srcOrd="0" destOrd="0" parTransId="{91235CC1-C7DD-4155-9F42-700D34358226}" sibTransId="{58043338-7442-4F9E-BE6B-5FBB6D22EF61}"/>
    <dgm:cxn modelId="{2BBE492F-CA70-4E0D-A7E7-AAADCEF713B0}" type="presOf" srcId="{19FDD722-C997-49B6-802D-84EEC82A1B3A}" destId="{EE57017D-06D5-4326-AD2B-80395BB25C3A}" srcOrd="0" destOrd="0" presId="urn:microsoft.com/office/officeart/2005/8/layout/default"/>
    <dgm:cxn modelId="{DC93CE2F-9773-4043-8167-A2EAECCC6A77}" srcId="{19FDD722-C997-49B6-802D-84EEC82A1B3A}" destId="{61DBF7F0-8D90-4229-AF00-6AE39E0F8B7E}" srcOrd="1" destOrd="0" parTransId="{C3BB4696-2AFD-4BED-94B8-54F2A56EF9F1}" sibTransId="{D79C5FD6-2FC1-4054-8812-B44D30A0F002}"/>
    <dgm:cxn modelId="{5C0A4869-8F74-4EB6-867D-46617C55DB5F}" type="presOf" srcId="{04CC7E1C-5515-4E72-8E9E-DFF7BDA66B69}" destId="{07C60B1F-6FD4-4DFE-B261-AA4B8903954A}" srcOrd="0" destOrd="0" presId="urn:microsoft.com/office/officeart/2005/8/layout/default"/>
    <dgm:cxn modelId="{B827F884-CE88-455B-B949-68A2BF24395A}" type="presOf" srcId="{335C7E2E-1138-4C57-BDA3-BA9B96675D0A}" destId="{D7DD4AB1-CFE5-49CD-87C2-912CD8D1C8FF}" srcOrd="0" destOrd="0" presId="urn:microsoft.com/office/officeart/2005/8/layout/default"/>
    <dgm:cxn modelId="{1B7ED988-4C30-4EAA-8639-8379696259E3}" srcId="{19FDD722-C997-49B6-802D-84EEC82A1B3A}" destId="{80EECC6D-4D5B-43E1-A571-FE3EFBFEC9A6}" srcOrd="3" destOrd="0" parTransId="{B5D1E2A1-26E9-49CB-A9C9-C9C249D7065A}" sibTransId="{AF44C4DA-48EF-47F8-924E-69B43C804CB9}"/>
    <dgm:cxn modelId="{B4B4A2A4-081E-4233-8C50-E8D4D0402BD0}" type="presOf" srcId="{D0B0E66F-BB3B-447F-A585-A0B6128AEC4A}" destId="{067D9145-BDEC-4B56-9C1F-BE7639C3E583}" srcOrd="0" destOrd="0" presId="urn:microsoft.com/office/officeart/2005/8/layout/default"/>
    <dgm:cxn modelId="{7CB799BC-CD40-4FE2-95A4-B0B403BD2613}" type="presOf" srcId="{61DBF7F0-8D90-4229-AF00-6AE39E0F8B7E}" destId="{3BF0F503-0C48-428D-9FDD-0C30429F228B}" srcOrd="0" destOrd="0" presId="urn:microsoft.com/office/officeart/2005/8/layout/default"/>
    <dgm:cxn modelId="{E891EDDD-7138-4C79-B06A-6CE6BF9E0731}" srcId="{19FDD722-C997-49B6-802D-84EEC82A1B3A}" destId="{D0B0E66F-BB3B-447F-A585-A0B6128AEC4A}" srcOrd="5" destOrd="0" parTransId="{F0E45870-0893-44A0-8D34-9AAECB06C03F}" sibTransId="{903A3F65-2C8E-4C00-BA3F-3DCB332F21FB}"/>
    <dgm:cxn modelId="{C68E0CE7-C191-49CA-87B0-B11F2308431C}" type="presOf" srcId="{4A9F373A-26FA-44B2-9988-F5D7DABF92D0}" destId="{C5DFEC09-F595-46AB-9D2F-61E67884DCFE}" srcOrd="0" destOrd="0" presId="urn:microsoft.com/office/officeart/2005/8/layout/default"/>
    <dgm:cxn modelId="{DB1F7C11-411A-4D79-BB17-1B58A055F842}" type="presParOf" srcId="{EE57017D-06D5-4326-AD2B-80395BB25C3A}" destId="{07C60B1F-6FD4-4DFE-B261-AA4B8903954A}" srcOrd="0" destOrd="0" presId="urn:microsoft.com/office/officeart/2005/8/layout/default"/>
    <dgm:cxn modelId="{10E47E16-136A-4D0E-ADC6-3768A00C4735}" type="presParOf" srcId="{EE57017D-06D5-4326-AD2B-80395BB25C3A}" destId="{488141CA-6637-4677-B5E5-D89E56CAC749}" srcOrd="1" destOrd="0" presId="urn:microsoft.com/office/officeart/2005/8/layout/default"/>
    <dgm:cxn modelId="{A94F0DA6-AAD4-4661-98A0-390CB8C405B3}" type="presParOf" srcId="{EE57017D-06D5-4326-AD2B-80395BB25C3A}" destId="{3BF0F503-0C48-428D-9FDD-0C30429F228B}" srcOrd="2" destOrd="0" presId="urn:microsoft.com/office/officeart/2005/8/layout/default"/>
    <dgm:cxn modelId="{C35A547C-5D03-44A0-AC3A-C79B0A57FF7A}" type="presParOf" srcId="{EE57017D-06D5-4326-AD2B-80395BB25C3A}" destId="{7CB5D7F6-8913-4977-A341-C3534B414B67}" srcOrd="3" destOrd="0" presId="urn:microsoft.com/office/officeart/2005/8/layout/default"/>
    <dgm:cxn modelId="{1A7F0102-7745-4F86-B6E8-437990771949}" type="presParOf" srcId="{EE57017D-06D5-4326-AD2B-80395BB25C3A}" destId="{C5DFEC09-F595-46AB-9D2F-61E67884DCFE}" srcOrd="4" destOrd="0" presId="urn:microsoft.com/office/officeart/2005/8/layout/default"/>
    <dgm:cxn modelId="{4C236B85-C4B1-4A89-AB4C-58D3E636D06B}" type="presParOf" srcId="{EE57017D-06D5-4326-AD2B-80395BB25C3A}" destId="{060E3C77-F56C-4261-B1E1-34388899EE17}" srcOrd="5" destOrd="0" presId="urn:microsoft.com/office/officeart/2005/8/layout/default"/>
    <dgm:cxn modelId="{F722EBC4-9578-4440-9387-937B190D0096}" type="presParOf" srcId="{EE57017D-06D5-4326-AD2B-80395BB25C3A}" destId="{4AC41102-0C8F-49C3-976A-25A405FE10DD}" srcOrd="6" destOrd="0" presId="urn:microsoft.com/office/officeart/2005/8/layout/default"/>
    <dgm:cxn modelId="{118A9700-FEEE-4618-B76E-7A18A5CF1FEB}" type="presParOf" srcId="{EE57017D-06D5-4326-AD2B-80395BB25C3A}" destId="{6B8680D4-D7FE-410F-86CD-1A85FF07FE77}" srcOrd="7" destOrd="0" presId="urn:microsoft.com/office/officeart/2005/8/layout/default"/>
    <dgm:cxn modelId="{51EE658B-CA15-4690-A3CD-5D4213D16901}" type="presParOf" srcId="{EE57017D-06D5-4326-AD2B-80395BB25C3A}" destId="{D7DD4AB1-CFE5-49CD-87C2-912CD8D1C8FF}" srcOrd="8" destOrd="0" presId="urn:microsoft.com/office/officeart/2005/8/layout/default"/>
    <dgm:cxn modelId="{5CBB5ED4-0E58-48D0-B356-6CB046D6F84D}" type="presParOf" srcId="{EE57017D-06D5-4326-AD2B-80395BB25C3A}" destId="{7797DD3A-D07E-4306-B958-7391EADE227C}" srcOrd="9" destOrd="0" presId="urn:microsoft.com/office/officeart/2005/8/layout/default"/>
    <dgm:cxn modelId="{264DA610-9477-48A4-9111-A0F92230EDAA}" type="presParOf" srcId="{EE57017D-06D5-4326-AD2B-80395BB25C3A}" destId="{067D9145-BDEC-4B56-9C1F-BE7639C3E583}"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3349DC-F298-47D2-83C8-1E9D60A21E68}" type="doc">
      <dgm:prSet loTypeId="urn:microsoft.com/office/officeart/2005/8/layout/bProcess2" loCatId="process" qsTypeId="urn:microsoft.com/office/officeart/2005/8/quickstyle/simple1" qsCatId="simple" csTypeId="urn:microsoft.com/office/officeart/2005/8/colors/colorful1" csCatId="colorful" phldr="1"/>
      <dgm:spPr/>
      <dgm:t>
        <a:bodyPr/>
        <a:lstStyle/>
        <a:p>
          <a:endParaRPr lang="en-US"/>
        </a:p>
      </dgm:t>
    </dgm:pt>
    <dgm:pt modelId="{A90E40E4-8456-4EA8-90E7-639386B55C3D}">
      <dgm:prSet phldrT="[Text]" phldr="0"/>
      <dgm:spPr/>
      <dgm:t>
        <a:bodyPr/>
        <a:lstStyle/>
        <a:p>
          <a:pPr rtl="0"/>
          <a:r>
            <a:rPr lang="en-US">
              <a:latin typeface="Aptos Display" panose="02110004020202020204"/>
            </a:rPr>
            <a:t> Atomicity</a:t>
          </a:r>
          <a:endParaRPr lang="en-US"/>
        </a:p>
      </dgm:t>
    </dgm:pt>
    <dgm:pt modelId="{503DD53F-F013-413E-BEE5-88B98253FCB2}" type="parTrans" cxnId="{E914988F-C9A7-4F8B-BA17-1DFBF9EF4558}">
      <dgm:prSet/>
      <dgm:spPr/>
      <dgm:t>
        <a:bodyPr/>
        <a:lstStyle/>
        <a:p>
          <a:endParaRPr lang="en-US"/>
        </a:p>
      </dgm:t>
    </dgm:pt>
    <dgm:pt modelId="{7F28D8D1-E68C-462B-84B5-11F60D96DAC1}" type="sibTrans" cxnId="{E914988F-C9A7-4F8B-BA17-1DFBF9EF4558}">
      <dgm:prSet/>
      <dgm:spPr/>
      <dgm:t>
        <a:bodyPr/>
        <a:lstStyle/>
        <a:p>
          <a:endParaRPr lang="en-US"/>
        </a:p>
      </dgm:t>
    </dgm:pt>
    <dgm:pt modelId="{88AD2B41-02F2-4700-89A8-7AB2BF038869}">
      <dgm:prSet phldrT="[Text]" phldr="0"/>
      <dgm:spPr/>
      <dgm:t>
        <a:bodyPr/>
        <a:lstStyle/>
        <a:p>
          <a:pPr rtl="0"/>
          <a:r>
            <a:rPr lang="en-US">
              <a:latin typeface="Aptos Display" panose="02110004020202020204"/>
            </a:rPr>
            <a:t> Consistency</a:t>
          </a:r>
          <a:endParaRPr lang="en-US"/>
        </a:p>
      </dgm:t>
    </dgm:pt>
    <dgm:pt modelId="{0BC5B5A1-5328-492A-B14E-34FDC0707835}" type="parTrans" cxnId="{66F083CE-C447-4F38-B28E-58F8BD4520A6}">
      <dgm:prSet/>
      <dgm:spPr/>
      <dgm:t>
        <a:bodyPr/>
        <a:lstStyle/>
        <a:p>
          <a:endParaRPr lang="en-US"/>
        </a:p>
      </dgm:t>
    </dgm:pt>
    <dgm:pt modelId="{829ABB12-5B5E-4F0A-BD7A-B020792DF0FB}" type="sibTrans" cxnId="{66F083CE-C447-4F38-B28E-58F8BD4520A6}">
      <dgm:prSet/>
      <dgm:spPr/>
      <dgm:t>
        <a:bodyPr/>
        <a:lstStyle/>
        <a:p>
          <a:endParaRPr lang="en-US"/>
        </a:p>
      </dgm:t>
    </dgm:pt>
    <dgm:pt modelId="{A4BA6654-8E0D-4C98-A6FD-4E0776200AF2}">
      <dgm:prSet phldrT="[Text]" phldr="0"/>
      <dgm:spPr/>
      <dgm:t>
        <a:bodyPr/>
        <a:lstStyle/>
        <a:p>
          <a:pPr rtl="0"/>
          <a:r>
            <a:rPr lang="en-US">
              <a:latin typeface="Aptos Display" panose="02110004020202020204"/>
            </a:rPr>
            <a:t> Isolation</a:t>
          </a:r>
          <a:endParaRPr lang="en-US"/>
        </a:p>
      </dgm:t>
    </dgm:pt>
    <dgm:pt modelId="{A05B73D8-1D8B-42B8-BD91-4F04360B6E0D}" type="parTrans" cxnId="{D9F23DA3-5489-4E55-9358-B180AB770CAA}">
      <dgm:prSet/>
      <dgm:spPr/>
      <dgm:t>
        <a:bodyPr/>
        <a:lstStyle/>
        <a:p>
          <a:endParaRPr lang="en-US"/>
        </a:p>
      </dgm:t>
    </dgm:pt>
    <dgm:pt modelId="{B3726F76-B0A8-4945-8CAA-B0022C98C6F1}" type="sibTrans" cxnId="{D9F23DA3-5489-4E55-9358-B180AB770CAA}">
      <dgm:prSet/>
      <dgm:spPr/>
      <dgm:t>
        <a:bodyPr/>
        <a:lstStyle/>
        <a:p>
          <a:endParaRPr lang="en-US"/>
        </a:p>
      </dgm:t>
    </dgm:pt>
    <dgm:pt modelId="{682115E3-D062-407B-AEBD-EC7DE1E8C542}">
      <dgm:prSet phldrT="[Text]" phldr="0"/>
      <dgm:spPr/>
      <dgm:t>
        <a:bodyPr/>
        <a:lstStyle/>
        <a:p>
          <a:pPr rtl="0"/>
          <a:r>
            <a:rPr lang="en-US">
              <a:latin typeface="Aptos Display" panose="02110004020202020204"/>
            </a:rPr>
            <a:t> Durability</a:t>
          </a:r>
          <a:endParaRPr lang="en-US"/>
        </a:p>
      </dgm:t>
    </dgm:pt>
    <dgm:pt modelId="{9521D98D-BA23-489F-93D5-7A50A77B1511}" type="parTrans" cxnId="{30101E1B-3000-4E87-853A-FCE04960DE27}">
      <dgm:prSet/>
      <dgm:spPr/>
      <dgm:t>
        <a:bodyPr/>
        <a:lstStyle/>
        <a:p>
          <a:endParaRPr lang="en-US"/>
        </a:p>
      </dgm:t>
    </dgm:pt>
    <dgm:pt modelId="{A12F303C-88DE-427E-9265-EECB39918FAE}" type="sibTrans" cxnId="{30101E1B-3000-4E87-853A-FCE04960DE27}">
      <dgm:prSet/>
      <dgm:spPr/>
      <dgm:t>
        <a:bodyPr/>
        <a:lstStyle/>
        <a:p>
          <a:endParaRPr lang="en-US"/>
        </a:p>
      </dgm:t>
    </dgm:pt>
    <dgm:pt modelId="{3017A08E-C2F2-45ED-96D9-A774233BA255}">
      <dgm:prSet phldrT="[Text]" phldr="0"/>
      <dgm:spPr/>
      <dgm:t>
        <a:bodyPr/>
        <a:lstStyle/>
        <a:p>
          <a:pPr rtl="0"/>
          <a:r>
            <a:rPr lang="en-US">
              <a:latin typeface="Aptos Display" panose="02110004020202020204"/>
            </a:rPr>
            <a:t> Serialization</a:t>
          </a:r>
          <a:endParaRPr lang="en-US"/>
        </a:p>
      </dgm:t>
    </dgm:pt>
    <dgm:pt modelId="{C5D2DA42-BD02-4735-82F9-A72FA8830863}" type="parTrans" cxnId="{E0DB3DFB-9E94-4744-BB1B-E8C3A26B7627}">
      <dgm:prSet/>
      <dgm:spPr/>
      <dgm:t>
        <a:bodyPr/>
        <a:lstStyle/>
        <a:p>
          <a:endParaRPr lang="en-US"/>
        </a:p>
      </dgm:t>
    </dgm:pt>
    <dgm:pt modelId="{D4EA5D4F-E5F9-4C9F-A3BC-CB13E6D55084}" type="sibTrans" cxnId="{E0DB3DFB-9E94-4744-BB1B-E8C3A26B7627}">
      <dgm:prSet/>
      <dgm:spPr/>
      <dgm:t>
        <a:bodyPr/>
        <a:lstStyle/>
        <a:p>
          <a:endParaRPr lang="en-US"/>
        </a:p>
      </dgm:t>
    </dgm:pt>
    <dgm:pt modelId="{EE33013F-2D97-444C-B76A-AFACBB1B42B9}" type="pres">
      <dgm:prSet presAssocID="{3C3349DC-F298-47D2-83C8-1E9D60A21E68}" presName="diagram" presStyleCnt="0">
        <dgm:presLayoutVars>
          <dgm:dir/>
          <dgm:resizeHandles/>
        </dgm:presLayoutVars>
      </dgm:prSet>
      <dgm:spPr/>
    </dgm:pt>
    <dgm:pt modelId="{3D2B6814-7344-4580-8AA8-54C7FE9EDF67}" type="pres">
      <dgm:prSet presAssocID="{A90E40E4-8456-4EA8-90E7-639386B55C3D}" presName="firstNode" presStyleLbl="node1" presStyleIdx="0" presStyleCnt="5">
        <dgm:presLayoutVars>
          <dgm:bulletEnabled val="1"/>
        </dgm:presLayoutVars>
      </dgm:prSet>
      <dgm:spPr/>
    </dgm:pt>
    <dgm:pt modelId="{974B2724-9EEB-4C5A-AA0A-3F650F421C36}" type="pres">
      <dgm:prSet presAssocID="{7F28D8D1-E68C-462B-84B5-11F60D96DAC1}" presName="sibTrans" presStyleLbl="sibTrans2D1" presStyleIdx="0" presStyleCnt="4"/>
      <dgm:spPr/>
    </dgm:pt>
    <dgm:pt modelId="{BE4F113A-0544-4A28-A4B5-1CAAB92CFDFF}" type="pres">
      <dgm:prSet presAssocID="{88AD2B41-02F2-4700-89A8-7AB2BF038869}" presName="middleNode" presStyleCnt="0"/>
      <dgm:spPr/>
    </dgm:pt>
    <dgm:pt modelId="{A10AAF0B-6272-4268-839E-8A81CB9227E9}" type="pres">
      <dgm:prSet presAssocID="{88AD2B41-02F2-4700-89A8-7AB2BF038869}" presName="padding" presStyleLbl="node1" presStyleIdx="0" presStyleCnt="5"/>
      <dgm:spPr/>
    </dgm:pt>
    <dgm:pt modelId="{D925F9D0-868F-4EAD-A999-36B8C88EE617}" type="pres">
      <dgm:prSet presAssocID="{88AD2B41-02F2-4700-89A8-7AB2BF038869}" presName="shape" presStyleLbl="node1" presStyleIdx="1" presStyleCnt="5">
        <dgm:presLayoutVars>
          <dgm:bulletEnabled val="1"/>
        </dgm:presLayoutVars>
      </dgm:prSet>
      <dgm:spPr/>
    </dgm:pt>
    <dgm:pt modelId="{854BC145-DCEC-4445-AE53-E493297F5A98}" type="pres">
      <dgm:prSet presAssocID="{829ABB12-5B5E-4F0A-BD7A-B020792DF0FB}" presName="sibTrans" presStyleLbl="sibTrans2D1" presStyleIdx="1" presStyleCnt="4"/>
      <dgm:spPr/>
    </dgm:pt>
    <dgm:pt modelId="{2689B5DB-9069-4034-8252-AF26F3C768E0}" type="pres">
      <dgm:prSet presAssocID="{A4BA6654-8E0D-4C98-A6FD-4E0776200AF2}" presName="middleNode" presStyleCnt="0"/>
      <dgm:spPr/>
    </dgm:pt>
    <dgm:pt modelId="{0B15F889-8F40-4F02-94B8-EC06AC94BB4B}" type="pres">
      <dgm:prSet presAssocID="{A4BA6654-8E0D-4C98-A6FD-4E0776200AF2}" presName="padding" presStyleLbl="node1" presStyleIdx="1" presStyleCnt="5"/>
      <dgm:spPr/>
    </dgm:pt>
    <dgm:pt modelId="{4A8BB7CC-C915-4C3C-B8D4-BAF4F6D59D05}" type="pres">
      <dgm:prSet presAssocID="{A4BA6654-8E0D-4C98-A6FD-4E0776200AF2}" presName="shape" presStyleLbl="node1" presStyleIdx="2" presStyleCnt="5">
        <dgm:presLayoutVars>
          <dgm:bulletEnabled val="1"/>
        </dgm:presLayoutVars>
      </dgm:prSet>
      <dgm:spPr/>
    </dgm:pt>
    <dgm:pt modelId="{B05E5C98-BFCC-43D2-8892-D70AAF264851}" type="pres">
      <dgm:prSet presAssocID="{B3726F76-B0A8-4945-8CAA-B0022C98C6F1}" presName="sibTrans" presStyleLbl="sibTrans2D1" presStyleIdx="2" presStyleCnt="4"/>
      <dgm:spPr/>
    </dgm:pt>
    <dgm:pt modelId="{50110E05-9DB1-43E4-A0EB-2E5B941743FF}" type="pres">
      <dgm:prSet presAssocID="{682115E3-D062-407B-AEBD-EC7DE1E8C542}" presName="middleNode" presStyleCnt="0"/>
      <dgm:spPr/>
    </dgm:pt>
    <dgm:pt modelId="{60FBB8BE-DD9B-42B1-8362-A623AAF01452}" type="pres">
      <dgm:prSet presAssocID="{682115E3-D062-407B-AEBD-EC7DE1E8C542}" presName="padding" presStyleLbl="node1" presStyleIdx="2" presStyleCnt="5"/>
      <dgm:spPr/>
    </dgm:pt>
    <dgm:pt modelId="{AB9E29CB-4025-4CF1-A72D-B37D53D8EF50}" type="pres">
      <dgm:prSet presAssocID="{682115E3-D062-407B-AEBD-EC7DE1E8C542}" presName="shape" presStyleLbl="node1" presStyleIdx="3" presStyleCnt="5">
        <dgm:presLayoutVars>
          <dgm:bulletEnabled val="1"/>
        </dgm:presLayoutVars>
      </dgm:prSet>
      <dgm:spPr/>
    </dgm:pt>
    <dgm:pt modelId="{4D4D48CC-8AEA-47C1-A029-4EC677DFABE9}" type="pres">
      <dgm:prSet presAssocID="{A12F303C-88DE-427E-9265-EECB39918FAE}" presName="sibTrans" presStyleLbl="sibTrans2D1" presStyleIdx="3" presStyleCnt="4"/>
      <dgm:spPr/>
    </dgm:pt>
    <dgm:pt modelId="{6B203085-6C84-4E1E-AF91-A837B4BF8238}" type="pres">
      <dgm:prSet presAssocID="{3017A08E-C2F2-45ED-96D9-A774233BA255}" presName="lastNode" presStyleLbl="node1" presStyleIdx="4" presStyleCnt="5">
        <dgm:presLayoutVars>
          <dgm:bulletEnabled val="1"/>
        </dgm:presLayoutVars>
      </dgm:prSet>
      <dgm:spPr/>
    </dgm:pt>
  </dgm:ptLst>
  <dgm:cxnLst>
    <dgm:cxn modelId="{5D3CE90B-97DA-4794-B91A-C4983B2062E5}" type="presOf" srcId="{88AD2B41-02F2-4700-89A8-7AB2BF038869}" destId="{D925F9D0-868F-4EAD-A999-36B8C88EE617}" srcOrd="0" destOrd="0" presId="urn:microsoft.com/office/officeart/2005/8/layout/bProcess2"/>
    <dgm:cxn modelId="{0F27D613-7FAE-4661-B923-37E82B7192F9}" type="presOf" srcId="{7F28D8D1-E68C-462B-84B5-11F60D96DAC1}" destId="{974B2724-9EEB-4C5A-AA0A-3F650F421C36}" srcOrd="0" destOrd="0" presId="urn:microsoft.com/office/officeart/2005/8/layout/bProcess2"/>
    <dgm:cxn modelId="{30101E1B-3000-4E87-853A-FCE04960DE27}" srcId="{3C3349DC-F298-47D2-83C8-1E9D60A21E68}" destId="{682115E3-D062-407B-AEBD-EC7DE1E8C542}" srcOrd="3" destOrd="0" parTransId="{9521D98D-BA23-489F-93D5-7A50A77B1511}" sibTransId="{A12F303C-88DE-427E-9265-EECB39918FAE}"/>
    <dgm:cxn modelId="{EF6F0C1F-9D46-41EC-B826-829A982F35BE}" type="presOf" srcId="{3C3349DC-F298-47D2-83C8-1E9D60A21E68}" destId="{EE33013F-2D97-444C-B76A-AFACBB1B42B9}" srcOrd="0" destOrd="0" presId="urn:microsoft.com/office/officeart/2005/8/layout/bProcess2"/>
    <dgm:cxn modelId="{C286066A-D902-43AA-8BF1-560A9C4968E6}" type="presOf" srcId="{A12F303C-88DE-427E-9265-EECB39918FAE}" destId="{4D4D48CC-8AEA-47C1-A029-4EC677DFABE9}" srcOrd="0" destOrd="0" presId="urn:microsoft.com/office/officeart/2005/8/layout/bProcess2"/>
    <dgm:cxn modelId="{5469B453-9A39-45D6-8E90-B2BFCE55A39E}" type="presOf" srcId="{A4BA6654-8E0D-4C98-A6FD-4E0776200AF2}" destId="{4A8BB7CC-C915-4C3C-B8D4-BAF4F6D59D05}" srcOrd="0" destOrd="0" presId="urn:microsoft.com/office/officeart/2005/8/layout/bProcess2"/>
    <dgm:cxn modelId="{BD375F80-A312-491A-AA1F-685C8A71229B}" type="presOf" srcId="{829ABB12-5B5E-4F0A-BD7A-B020792DF0FB}" destId="{854BC145-DCEC-4445-AE53-E493297F5A98}" srcOrd="0" destOrd="0" presId="urn:microsoft.com/office/officeart/2005/8/layout/bProcess2"/>
    <dgm:cxn modelId="{E914988F-C9A7-4F8B-BA17-1DFBF9EF4558}" srcId="{3C3349DC-F298-47D2-83C8-1E9D60A21E68}" destId="{A90E40E4-8456-4EA8-90E7-639386B55C3D}" srcOrd="0" destOrd="0" parTransId="{503DD53F-F013-413E-BEE5-88B98253FCB2}" sibTransId="{7F28D8D1-E68C-462B-84B5-11F60D96DAC1}"/>
    <dgm:cxn modelId="{D9F23DA3-5489-4E55-9358-B180AB770CAA}" srcId="{3C3349DC-F298-47D2-83C8-1E9D60A21E68}" destId="{A4BA6654-8E0D-4C98-A6FD-4E0776200AF2}" srcOrd="2" destOrd="0" parTransId="{A05B73D8-1D8B-42B8-BD91-4F04360B6E0D}" sibTransId="{B3726F76-B0A8-4945-8CAA-B0022C98C6F1}"/>
    <dgm:cxn modelId="{66F083CE-C447-4F38-B28E-58F8BD4520A6}" srcId="{3C3349DC-F298-47D2-83C8-1E9D60A21E68}" destId="{88AD2B41-02F2-4700-89A8-7AB2BF038869}" srcOrd="1" destOrd="0" parTransId="{0BC5B5A1-5328-492A-B14E-34FDC0707835}" sibTransId="{829ABB12-5B5E-4F0A-BD7A-B020792DF0FB}"/>
    <dgm:cxn modelId="{C4703CD6-FE2A-4BB8-ACED-5F01C1C919E6}" type="presOf" srcId="{A90E40E4-8456-4EA8-90E7-639386B55C3D}" destId="{3D2B6814-7344-4580-8AA8-54C7FE9EDF67}" srcOrd="0" destOrd="0" presId="urn:microsoft.com/office/officeart/2005/8/layout/bProcess2"/>
    <dgm:cxn modelId="{62DC91DD-B041-4F0D-9B1B-1F0781637F62}" type="presOf" srcId="{682115E3-D062-407B-AEBD-EC7DE1E8C542}" destId="{AB9E29CB-4025-4CF1-A72D-B37D53D8EF50}" srcOrd="0" destOrd="0" presId="urn:microsoft.com/office/officeart/2005/8/layout/bProcess2"/>
    <dgm:cxn modelId="{BC5BF6E6-45FC-446A-9E51-CA7668E12920}" type="presOf" srcId="{B3726F76-B0A8-4945-8CAA-B0022C98C6F1}" destId="{B05E5C98-BFCC-43D2-8892-D70AAF264851}" srcOrd="0" destOrd="0" presId="urn:microsoft.com/office/officeart/2005/8/layout/bProcess2"/>
    <dgm:cxn modelId="{9F20ECEF-16D2-406D-9BA9-B377A57465C4}" type="presOf" srcId="{3017A08E-C2F2-45ED-96D9-A774233BA255}" destId="{6B203085-6C84-4E1E-AF91-A837B4BF8238}" srcOrd="0" destOrd="0" presId="urn:microsoft.com/office/officeart/2005/8/layout/bProcess2"/>
    <dgm:cxn modelId="{E0DB3DFB-9E94-4744-BB1B-E8C3A26B7627}" srcId="{3C3349DC-F298-47D2-83C8-1E9D60A21E68}" destId="{3017A08E-C2F2-45ED-96D9-A774233BA255}" srcOrd="4" destOrd="0" parTransId="{C5D2DA42-BD02-4735-82F9-A72FA8830863}" sibTransId="{D4EA5D4F-E5F9-4C9F-A3BC-CB13E6D55084}"/>
    <dgm:cxn modelId="{F9A1D416-C3AF-4B4C-AA4F-3A9AED71733B}" type="presParOf" srcId="{EE33013F-2D97-444C-B76A-AFACBB1B42B9}" destId="{3D2B6814-7344-4580-8AA8-54C7FE9EDF67}" srcOrd="0" destOrd="0" presId="urn:microsoft.com/office/officeart/2005/8/layout/bProcess2"/>
    <dgm:cxn modelId="{7AAF825A-D48E-4627-B4F2-84B97080E1BE}" type="presParOf" srcId="{EE33013F-2D97-444C-B76A-AFACBB1B42B9}" destId="{974B2724-9EEB-4C5A-AA0A-3F650F421C36}" srcOrd="1" destOrd="0" presId="urn:microsoft.com/office/officeart/2005/8/layout/bProcess2"/>
    <dgm:cxn modelId="{D7338372-0952-45DF-9EBF-542E9A0F710F}" type="presParOf" srcId="{EE33013F-2D97-444C-B76A-AFACBB1B42B9}" destId="{BE4F113A-0544-4A28-A4B5-1CAAB92CFDFF}" srcOrd="2" destOrd="0" presId="urn:microsoft.com/office/officeart/2005/8/layout/bProcess2"/>
    <dgm:cxn modelId="{8A21884C-81B1-4820-8944-0F3CA0F91B53}" type="presParOf" srcId="{BE4F113A-0544-4A28-A4B5-1CAAB92CFDFF}" destId="{A10AAF0B-6272-4268-839E-8A81CB9227E9}" srcOrd="0" destOrd="0" presId="urn:microsoft.com/office/officeart/2005/8/layout/bProcess2"/>
    <dgm:cxn modelId="{06CD2746-63FD-4684-AF9B-68611A032C01}" type="presParOf" srcId="{BE4F113A-0544-4A28-A4B5-1CAAB92CFDFF}" destId="{D925F9D0-868F-4EAD-A999-36B8C88EE617}" srcOrd="1" destOrd="0" presId="urn:microsoft.com/office/officeart/2005/8/layout/bProcess2"/>
    <dgm:cxn modelId="{354A852A-F2F9-4825-A2A5-7ED71A719803}" type="presParOf" srcId="{EE33013F-2D97-444C-B76A-AFACBB1B42B9}" destId="{854BC145-DCEC-4445-AE53-E493297F5A98}" srcOrd="3" destOrd="0" presId="urn:microsoft.com/office/officeart/2005/8/layout/bProcess2"/>
    <dgm:cxn modelId="{F1DBD4DD-5775-4159-8991-B58D8BD18F4D}" type="presParOf" srcId="{EE33013F-2D97-444C-B76A-AFACBB1B42B9}" destId="{2689B5DB-9069-4034-8252-AF26F3C768E0}" srcOrd="4" destOrd="0" presId="urn:microsoft.com/office/officeart/2005/8/layout/bProcess2"/>
    <dgm:cxn modelId="{558F60DC-39EC-485C-BCA0-63003FA1665B}" type="presParOf" srcId="{2689B5DB-9069-4034-8252-AF26F3C768E0}" destId="{0B15F889-8F40-4F02-94B8-EC06AC94BB4B}" srcOrd="0" destOrd="0" presId="urn:microsoft.com/office/officeart/2005/8/layout/bProcess2"/>
    <dgm:cxn modelId="{3A8C020B-9B97-47F9-BA24-811F8F5CA341}" type="presParOf" srcId="{2689B5DB-9069-4034-8252-AF26F3C768E0}" destId="{4A8BB7CC-C915-4C3C-B8D4-BAF4F6D59D05}" srcOrd="1" destOrd="0" presId="urn:microsoft.com/office/officeart/2005/8/layout/bProcess2"/>
    <dgm:cxn modelId="{44D63D62-0A5F-4A5B-B831-85D847CE6817}" type="presParOf" srcId="{EE33013F-2D97-444C-B76A-AFACBB1B42B9}" destId="{B05E5C98-BFCC-43D2-8892-D70AAF264851}" srcOrd="5" destOrd="0" presId="urn:microsoft.com/office/officeart/2005/8/layout/bProcess2"/>
    <dgm:cxn modelId="{C07CB7C5-60A3-4921-838A-E0E9916025F6}" type="presParOf" srcId="{EE33013F-2D97-444C-B76A-AFACBB1B42B9}" destId="{50110E05-9DB1-43E4-A0EB-2E5B941743FF}" srcOrd="6" destOrd="0" presId="urn:microsoft.com/office/officeart/2005/8/layout/bProcess2"/>
    <dgm:cxn modelId="{D1AF7BB2-F34F-4C3D-8FF4-CDF36A23B859}" type="presParOf" srcId="{50110E05-9DB1-43E4-A0EB-2E5B941743FF}" destId="{60FBB8BE-DD9B-42B1-8362-A623AAF01452}" srcOrd="0" destOrd="0" presId="urn:microsoft.com/office/officeart/2005/8/layout/bProcess2"/>
    <dgm:cxn modelId="{2B9AB12C-A7CD-4AE7-BD24-1D1B434753F1}" type="presParOf" srcId="{50110E05-9DB1-43E4-A0EB-2E5B941743FF}" destId="{AB9E29CB-4025-4CF1-A72D-B37D53D8EF50}" srcOrd="1" destOrd="0" presId="urn:microsoft.com/office/officeart/2005/8/layout/bProcess2"/>
    <dgm:cxn modelId="{EDB45A44-E563-487C-82EC-9A38D778085C}" type="presParOf" srcId="{EE33013F-2D97-444C-B76A-AFACBB1B42B9}" destId="{4D4D48CC-8AEA-47C1-A029-4EC677DFABE9}" srcOrd="7" destOrd="0" presId="urn:microsoft.com/office/officeart/2005/8/layout/bProcess2"/>
    <dgm:cxn modelId="{646AECF3-2417-47FB-ABB2-B50FD5D07CD1}" type="presParOf" srcId="{EE33013F-2D97-444C-B76A-AFACBB1B42B9}" destId="{6B203085-6C84-4E1E-AF91-A837B4BF8238}" srcOrd="8"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FA69A-CEFE-4FF6-9745-9A809A53F3DF}">
      <dsp:nvSpPr>
        <dsp:cNvPr id="0" name=""/>
        <dsp:cNvSpPr/>
      </dsp:nvSpPr>
      <dsp:spPr>
        <a:xfrm>
          <a:off x="0" y="0"/>
          <a:ext cx="6592006" cy="930150"/>
        </a:xfrm>
        <a:prstGeom prst="roundRect">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Staff Registration</a:t>
          </a:r>
        </a:p>
        <a:p>
          <a:pPr marL="0" lvl="0" indent="0" algn="l" defTabSz="666750">
            <a:lnSpc>
              <a:spcPct val="90000"/>
            </a:lnSpc>
            <a:spcBef>
              <a:spcPct val="0"/>
            </a:spcBef>
            <a:spcAft>
              <a:spcPct val="35000"/>
            </a:spcAft>
            <a:buNone/>
          </a:pPr>
          <a:r>
            <a:rPr lang="en-US" sz="1500" b="0" i="0" kern="1200"/>
            <a:t>Create staff records including ID, name, role, department, contact info, and login credentials.</a:t>
          </a:r>
          <a:endParaRPr lang="en-US" sz="1500" kern="1200"/>
        </a:p>
      </dsp:txBody>
      <dsp:txXfrm>
        <a:off x="45406" y="45406"/>
        <a:ext cx="6501194" cy="839338"/>
      </dsp:txXfrm>
    </dsp:sp>
    <dsp:sp modelId="{3D79E033-FAF6-49D3-8122-9DF83E8A5625}">
      <dsp:nvSpPr>
        <dsp:cNvPr id="0" name=""/>
        <dsp:cNvSpPr/>
      </dsp:nvSpPr>
      <dsp:spPr>
        <a:xfrm>
          <a:off x="0" y="1011796"/>
          <a:ext cx="6592006" cy="930150"/>
        </a:xfrm>
        <a:prstGeom prst="roundRect">
          <a:avLst/>
        </a:prstGeom>
        <a:solidFill>
          <a:schemeClr val="accent1">
            <a:alpha val="90000"/>
            <a:hueOff val="0"/>
            <a:satOff val="0"/>
            <a:lumOff val="0"/>
            <a:alphaOff val="-1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Staff Management</a:t>
          </a:r>
        </a:p>
        <a:p>
          <a:pPr marL="0" lvl="0" indent="0" algn="l" defTabSz="666750">
            <a:lnSpc>
              <a:spcPct val="90000"/>
            </a:lnSpc>
            <a:spcBef>
              <a:spcPct val="0"/>
            </a:spcBef>
            <a:spcAft>
              <a:spcPct val="35000"/>
            </a:spcAft>
            <a:buNone/>
          </a:pPr>
          <a:r>
            <a:rPr lang="en-US" sz="1500" b="0" i="0" kern="1200"/>
            <a:t>Retrieve records by ID/name/dept; update roles, contacts, and transfers authorized users.</a:t>
          </a:r>
          <a:endParaRPr lang="en-US" sz="1500" kern="1200"/>
        </a:p>
      </dsp:txBody>
      <dsp:txXfrm>
        <a:off x="45406" y="1057202"/>
        <a:ext cx="6501194" cy="839338"/>
      </dsp:txXfrm>
    </dsp:sp>
    <dsp:sp modelId="{81ABFE93-E1C6-4280-B7AB-EAE46A9828DB}">
      <dsp:nvSpPr>
        <dsp:cNvPr id="0" name=""/>
        <dsp:cNvSpPr/>
      </dsp:nvSpPr>
      <dsp:spPr>
        <a:xfrm>
          <a:off x="0" y="1985146"/>
          <a:ext cx="6592006" cy="930150"/>
        </a:xfrm>
        <a:prstGeom prst="roundRect">
          <a:avLst/>
        </a:prstGeom>
        <a:solidFill>
          <a:schemeClr val="accent1">
            <a:alpha val="90000"/>
            <a:hueOff val="0"/>
            <a:satOff val="0"/>
            <a:lumOff val="0"/>
            <a:alphaOff val="-2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Staff Offboarding</a:t>
          </a:r>
        </a:p>
        <a:p>
          <a:pPr marL="0" lvl="0" indent="0" algn="l" defTabSz="666750">
            <a:lnSpc>
              <a:spcPct val="90000"/>
            </a:lnSpc>
            <a:spcBef>
              <a:spcPct val="0"/>
            </a:spcBef>
            <a:spcAft>
              <a:spcPct val="35000"/>
            </a:spcAft>
            <a:buNone/>
          </a:pPr>
          <a:r>
            <a:rPr lang="en-US" sz="1500" b="0" i="0" kern="1200"/>
            <a:t>Delete active records upon exit and ensure archival of historical data for audit purposes.</a:t>
          </a:r>
          <a:endParaRPr lang="en-US" sz="1500" kern="1200"/>
        </a:p>
      </dsp:txBody>
      <dsp:txXfrm>
        <a:off x="45406" y="2030552"/>
        <a:ext cx="6501194" cy="839338"/>
      </dsp:txXfrm>
    </dsp:sp>
    <dsp:sp modelId="{23861B8C-1C4A-4F40-97E1-31C4BB0BBD72}">
      <dsp:nvSpPr>
        <dsp:cNvPr id="0" name=""/>
        <dsp:cNvSpPr/>
      </dsp:nvSpPr>
      <dsp:spPr>
        <a:xfrm>
          <a:off x="0" y="2958496"/>
          <a:ext cx="6592006" cy="930150"/>
        </a:xfrm>
        <a:prstGeom prst="roundRect">
          <a:avLst/>
        </a:prstGeom>
        <a:solidFill>
          <a:schemeClr val="accent1">
            <a:alpha val="90000"/>
            <a:hueOff val="0"/>
            <a:satOff val="0"/>
            <a:lumOff val="0"/>
            <a:alphaOff val="-3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Hospital Profile Creation</a:t>
          </a:r>
        </a:p>
        <a:p>
          <a:pPr marL="0" lvl="0" indent="0" algn="l" defTabSz="666750">
            <a:lnSpc>
              <a:spcPct val="90000"/>
            </a:lnSpc>
            <a:spcBef>
              <a:spcPct val="0"/>
            </a:spcBef>
            <a:spcAft>
              <a:spcPct val="35000"/>
            </a:spcAft>
            <a:buNone/>
          </a:pPr>
          <a:r>
            <a:rPr lang="en-US" sz="1500" b="0" i="0" kern="1200"/>
            <a:t>Create hospital records with ID, name, address and contact info</a:t>
          </a:r>
          <a:endParaRPr lang="en-US" sz="1500" kern="1200"/>
        </a:p>
      </dsp:txBody>
      <dsp:txXfrm>
        <a:off x="45406" y="3003902"/>
        <a:ext cx="6501194" cy="839338"/>
      </dsp:txXfrm>
    </dsp:sp>
    <dsp:sp modelId="{B2D7217F-BF3A-4595-BD39-7C3398BE2454}">
      <dsp:nvSpPr>
        <dsp:cNvPr id="0" name=""/>
        <dsp:cNvSpPr/>
      </dsp:nvSpPr>
      <dsp:spPr>
        <a:xfrm>
          <a:off x="0" y="3931846"/>
          <a:ext cx="6592006" cy="930150"/>
        </a:xfrm>
        <a:prstGeom prst="roundRect">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a:t>Facility Lifecycle</a:t>
          </a:r>
        </a:p>
        <a:p>
          <a:pPr marL="0" lvl="0" indent="0" algn="l" defTabSz="666750">
            <a:lnSpc>
              <a:spcPct val="90000"/>
            </a:lnSpc>
            <a:spcBef>
              <a:spcPct val="0"/>
            </a:spcBef>
            <a:spcAft>
              <a:spcPct val="35000"/>
            </a:spcAft>
            <a:buNone/>
          </a:pPr>
          <a:r>
            <a:rPr lang="en-US" sz="1500" b="0" i="0" kern="1200"/>
            <a:t>Update capacity/services; delete records on closure/merge with mandatory data archival.</a:t>
          </a:r>
          <a:endParaRPr lang="en-US" sz="1500" kern="1200"/>
        </a:p>
      </dsp:txBody>
      <dsp:txXfrm>
        <a:off x="45406" y="3977252"/>
        <a:ext cx="6501194" cy="8393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60B1F-6FD4-4DFE-B261-AA4B8903954A}">
      <dsp:nvSpPr>
        <dsp:cNvPr id="0" name=""/>
        <dsp:cNvSpPr/>
      </dsp:nvSpPr>
      <dsp:spPr>
        <a:xfrm>
          <a:off x="928330" y="34215"/>
          <a:ext cx="2705918" cy="2001968"/>
        </a:xfrm>
        <a:prstGeom prst="rect">
          <a:avLst/>
        </a:prstGeom>
        <a:solidFill>
          <a:schemeClr val="accent4">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a:t>Cost Accumulation</a:t>
          </a:r>
        </a:p>
        <a:p>
          <a:pPr marL="0" lvl="0" indent="0" algn="ctr" defTabSz="800100">
            <a:lnSpc>
              <a:spcPct val="90000"/>
            </a:lnSpc>
            <a:spcBef>
              <a:spcPct val="0"/>
            </a:spcBef>
            <a:spcAft>
              <a:spcPct val="35000"/>
            </a:spcAft>
            <a:buNone/>
          </a:pPr>
          <a:r>
            <a:rPr lang="en-US" sz="1800" b="0" i="0" kern="1200"/>
            <a:t>Track and accumulate operational costs by specific departments and cost centers.</a:t>
          </a:r>
          <a:endParaRPr lang="en-US" sz="1800" kern="1200"/>
        </a:p>
      </dsp:txBody>
      <dsp:txXfrm>
        <a:off x="928330" y="34215"/>
        <a:ext cx="2705918" cy="2001968"/>
      </dsp:txXfrm>
    </dsp:sp>
    <dsp:sp modelId="{3BF0F503-0C48-428D-9FDD-0C30429F228B}">
      <dsp:nvSpPr>
        <dsp:cNvPr id="0" name=""/>
        <dsp:cNvSpPr/>
      </dsp:nvSpPr>
      <dsp:spPr>
        <a:xfrm>
          <a:off x="3904840" y="45101"/>
          <a:ext cx="2705918" cy="1980196"/>
        </a:xfrm>
        <a:prstGeom prst="rect">
          <a:avLst/>
        </a:prstGeom>
        <a:solidFill>
          <a:schemeClr val="accent4">
            <a:shade val="80000"/>
            <a:hueOff val="105649"/>
            <a:satOff val="-6052"/>
            <a:lumOff val="670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a:t>Daily Room Utilization:</a:t>
          </a:r>
          <a:r>
            <a:rPr lang="en-US" sz="1800" b="0" i="0" kern="1200"/>
            <a:t> Generate comprehensive reports showing hospital room occupancy</a:t>
          </a:r>
          <a:endParaRPr lang="en-US" sz="1800" kern="1200"/>
        </a:p>
      </dsp:txBody>
      <dsp:txXfrm>
        <a:off x="3904840" y="45101"/>
        <a:ext cx="2705918" cy="1980196"/>
      </dsp:txXfrm>
    </dsp:sp>
    <dsp:sp modelId="{C5DFEC09-F595-46AB-9D2F-61E67884DCFE}">
      <dsp:nvSpPr>
        <dsp:cNvPr id="0" name=""/>
        <dsp:cNvSpPr/>
      </dsp:nvSpPr>
      <dsp:spPr>
        <a:xfrm>
          <a:off x="6881351" y="1558"/>
          <a:ext cx="2705918" cy="2067283"/>
        </a:xfrm>
        <a:prstGeom prst="rect">
          <a:avLst/>
        </a:prstGeom>
        <a:solidFill>
          <a:schemeClr val="accent4">
            <a:shade val="80000"/>
            <a:hueOff val="211298"/>
            <a:satOff val="-12103"/>
            <a:lumOff val="1341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a:t>Physician Records:</a:t>
          </a:r>
          <a:r>
            <a:rPr lang="en-US" sz="1800" b="0" i="0" kern="1200"/>
            <a:t> </a:t>
          </a:r>
        </a:p>
        <a:p>
          <a:pPr marL="0" lvl="0" indent="0" algn="ctr" defTabSz="800100">
            <a:lnSpc>
              <a:spcPct val="90000"/>
            </a:lnSpc>
            <a:spcBef>
              <a:spcPct val="0"/>
            </a:spcBef>
            <a:spcAft>
              <a:spcPct val="35000"/>
            </a:spcAft>
            <a:buNone/>
          </a:pPr>
          <a:r>
            <a:rPr lang="en-US" sz="1800" b="0" i="0" kern="1200"/>
            <a:t>Maintain detailed profiles including ID, name, specialty, and contact information.</a:t>
          </a:r>
          <a:endParaRPr lang="en-US" sz="1800" kern="1200"/>
        </a:p>
      </dsp:txBody>
      <dsp:txXfrm>
        <a:off x="6881351" y="1558"/>
        <a:ext cx="2705918" cy="2067283"/>
      </dsp:txXfrm>
    </dsp:sp>
    <dsp:sp modelId="{4AC41102-0C8F-49C3-976A-25A405FE10DD}">
      <dsp:nvSpPr>
        <dsp:cNvPr id="0" name=""/>
        <dsp:cNvSpPr/>
      </dsp:nvSpPr>
      <dsp:spPr>
        <a:xfrm>
          <a:off x="928330" y="2393863"/>
          <a:ext cx="2705918" cy="1901486"/>
        </a:xfrm>
        <a:prstGeom prst="rect">
          <a:avLst/>
        </a:prstGeom>
        <a:solidFill>
          <a:schemeClr val="accent4">
            <a:shade val="80000"/>
            <a:hueOff val="316947"/>
            <a:satOff val="-18155"/>
            <a:lumOff val="201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1" i="0" kern="1200"/>
            <a:t>Daily Reporting:</a:t>
          </a:r>
          <a:r>
            <a:rPr lang="en-US" sz="1800" b="0" i="0" kern="1200"/>
            <a:t> </a:t>
          </a:r>
        </a:p>
        <a:p>
          <a:pPr marL="0" lvl="0" indent="0" algn="ctr" defTabSz="800100">
            <a:lnSpc>
              <a:spcPct val="90000"/>
            </a:lnSpc>
            <a:spcBef>
              <a:spcPct val="0"/>
            </a:spcBef>
            <a:spcAft>
              <a:spcPct val="35000"/>
            </a:spcAft>
            <a:buFont typeface="Arial" panose="020B0604020202020204" pitchFamily="34" charset="0"/>
            <a:buNone/>
          </a:pPr>
          <a:r>
            <a:rPr lang="en-US" sz="1800" b="0" i="0" kern="1200"/>
            <a:t>Generate daily reports listing admitted patients referred by specific physicians for streamlined rounds.</a:t>
          </a:r>
        </a:p>
      </dsp:txBody>
      <dsp:txXfrm>
        <a:off x="928330" y="2393863"/>
        <a:ext cx="2705918" cy="1901486"/>
      </dsp:txXfrm>
    </dsp:sp>
    <dsp:sp modelId="{D7DD4AB1-CFE5-49CD-87C2-912CD8D1C8FF}">
      <dsp:nvSpPr>
        <dsp:cNvPr id="0" name=""/>
        <dsp:cNvSpPr/>
      </dsp:nvSpPr>
      <dsp:spPr>
        <a:xfrm>
          <a:off x="3904840" y="2372091"/>
          <a:ext cx="2705918" cy="1945030"/>
        </a:xfrm>
        <a:prstGeom prst="rect">
          <a:avLst/>
        </a:prstGeom>
        <a:solidFill>
          <a:schemeClr val="accent4">
            <a:shade val="80000"/>
            <a:hueOff val="422596"/>
            <a:satOff val="-24206"/>
            <a:lumOff val="2683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a:t>Revenue Reporting</a:t>
          </a:r>
        </a:p>
        <a:p>
          <a:pPr marL="0" lvl="0" indent="0" algn="ctr" defTabSz="800100">
            <a:lnSpc>
              <a:spcPct val="90000"/>
            </a:lnSpc>
            <a:spcBef>
              <a:spcPct val="0"/>
            </a:spcBef>
            <a:spcAft>
              <a:spcPct val="35000"/>
            </a:spcAft>
            <a:buNone/>
          </a:pPr>
          <a:r>
            <a:rPr lang="en-US" sz="1800" b="0" i="0" kern="1200"/>
            <a:t>Generate daily revenue by patient and weekly analysis by payment method.</a:t>
          </a:r>
          <a:endParaRPr lang="en-US" sz="1800" kern="1200"/>
        </a:p>
      </dsp:txBody>
      <dsp:txXfrm>
        <a:off x="3904840" y="2372091"/>
        <a:ext cx="2705918" cy="1945030"/>
      </dsp:txXfrm>
    </dsp:sp>
    <dsp:sp modelId="{067D9145-BDEC-4B56-9C1F-BE7639C3E583}">
      <dsp:nvSpPr>
        <dsp:cNvPr id="0" name=""/>
        <dsp:cNvSpPr/>
      </dsp:nvSpPr>
      <dsp:spPr>
        <a:xfrm>
          <a:off x="6881351" y="2339433"/>
          <a:ext cx="2705918" cy="2010345"/>
        </a:xfrm>
        <a:prstGeom prst="rect">
          <a:avLst/>
        </a:prstGeom>
        <a:solidFill>
          <a:schemeClr val="accent4">
            <a:shade val="80000"/>
            <a:hueOff val="528246"/>
            <a:satOff val="-30258"/>
            <a:lumOff val="335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a:t>Patient Billing</a:t>
          </a:r>
        </a:p>
        <a:p>
          <a:pPr marL="0" lvl="0" indent="0" algn="ctr" defTabSz="800100">
            <a:lnSpc>
              <a:spcPct val="90000"/>
            </a:lnSpc>
            <a:spcBef>
              <a:spcPct val="0"/>
            </a:spcBef>
            <a:spcAft>
              <a:spcPct val="35000"/>
            </a:spcAft>
            <a:buNone/>
          </a:pPr>
          <a:r>
            <a:rPr lang="en-US" sz="1800" b="0" i="0" kern="1200"/>
            <a:t>Issue detailed statements with charges, cost centers, and balances due.</a:t>
          </a:r>
          <a:endParaRPr lang="en-US" sz="1800" kern="1200"/>
        </a:p>
      </dsp:txBody>
      <dsp:txXfrm>
        <a:off x="6881351" y="2339433"/>
        <a:ext cx="2705918" cy="20103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2B6814-7344-4580-8AA8-54C7FE9EDF67}">
      <dsp:nvSpPr>
        <dsp:cNvPr id="0" name=""/>
        <dsp:cNvSpPr/>
      </dsp:nvSpPr>
      <dsp:spPr>
        <a:xfrm>
          <a:off x="0" y="331521"/>
          <a:ext cx="844215" cy="844215"/>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rtl="0">
            <a:lnSpc>
              <a:spcPct val="90000"/>
            </a:lnSpc>
            <a:spcBef>
              <a:spcPct val="0"/>
            </a:spcBef>
            <a:spcAft>
              <a:spcPct val="35000"/>
            </a:spcAft>
            <a:buNone/>
          </a:pPr>
          <a:r>
            <a:rPr lang="en-US" sz="900" kern="1200">
              <a:latin typeface="Aptos Display" panose="02110004020202020204"/>
            </a:rPr>
            <a:t> Atomicity</a:t>
          </a:r>
          <a:endParaRPr lang="en-US" sz="900" kern="1200"/>
        </a:p>
      </dsp:txBody>
      <dsp:txXfrm>
        <a:off x="123632" y="455153"/>
        <a:ext cx="596951" cy="596951"/>
      </dsp:txXfrm>
    </dsp:sp>
    <dsp:sp modelId="{974B2724-9EEB-4C5A-AA0A-3F650F421C36}">
      <dsp:nvSpPr>
        <dsp:cNvPr id="0" name=""/>
        <dsp:cNvSpPr/>
      </dsp:nvSpPr>
      <dsp:spPr>
        <a:xfrm rot="10800000">
          <a:off x="274370" y="1284746"/>
          <a:ext cx="295475" cy="231099"/>
        </a:xfrm>
        <a:prstGeom prst="triangl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925F9D0-868F-4EAD-A999-36B8C88EE617}">
      <dsp:nvSpPr>
        <dsp:cNvPr id="0" name=""/>
        <dsp:cNvSpPr/>
      </dsp:nvSpPr>
      <dsp:spPr>
        <a:xfrm>
          <a:off x="140561" y="1611774"/>
          <a:ext cx="563091" cy="563091"/>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rtl="0">
            <a:lnSpc>
              <a:spcPct val="90000"/>
            </a:lnSpc>
            <a:spcBef>
              <a:spcPct val="0"/>
            </a:spcBef>
            <a:spcAft>
              <a:spcPct val="35000"/>
            </a:spcAft>
            <a:buNone/>
          </a:pPr>
          <a:r>
            <a:rPr lang="en-US" sz="500" kern="1200">
              <a:latin typeface="Aptos Display" panose="02110004020202020204"/>
            </a:rPr>
            <a:t> Consistency</a:t>
          </a:r>
          <a:endParaRPr lang="en-US" sz="500" kern="1200"/>
        </a:p>
      </dsp:txBody>
      <dsp:txXfrm>
        <a:off x="223024" y="1694237"/>
        <a:ext cx="398165" cy="398165"/>
      </dsp:txXfrm>
    </dsp:sp>
    <dsp:sp modelId="{854BC145-DCEC-4445-AE53-E493297F5A98}">
      <dsp:nvSpPr>
        <dsp:cNvPr id="0" name=""/>
        <dsp:cNvSpPr/>
      </dsp:nvSpPr>
      <dsp:spPr>
        <a:xfrm rot="5400000">
          <a:off x="914072" y="1777770"/>
          <a:ext cx="295475" cy="231099"/>
        </a:xfrm>
        <a:prstGeom prst="triangl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8BB7CC-C915-4C3C-B8D4-BAF4F6D59D05}">
      <dsp:nvSpPr>
        <dsp:cNvPr id="0" name=""/>
        <dsp:cNvSpPr/>
      </dsp:nvSpPr>
      <dsp:spPr>
        <a:xfrm>
          <a:off x="1406885" y="1611774"/>
          <a:ext cx="563091" cy="563091"/>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rtl="0">
            <a:lnSpc>
              <a:spcPct val="90000"/>
            </a:lnSpc>
            <a:spcBef>
              <a:spcPct val="0"/>
            </a:spcBef>
            <a:spcAft>
              <a:spcPct val="35000"/>
            </a:spcAft>
            <a:buNone/>
          </a:pPr>
          <a:r>
            <a:rPr lang="en-US" sz="500" kern="1200">
              <a:latin typeface="Aptos Display" panose="02110004020202020204"/>
            </a:rPr>
            <a:t> Isolation</a:t>
          </a:r>
          <a:endParaRPr lang="en-US" sz="500" kern="1200"/>
        </a:p>
      </dsp:txBody>
      <dsp:txXfrm>
        <a:off x="1489348" y="1694237"/>
        <a:ext cx="398165" cy="398165"/>
      </dsp:txXfrm>
    </dsp:sp>
    <dsp:sp modelId="{B05E5C98-BFCC-43D2-8892-D70AAF264851}">
      <dsp:nvSpPr>
        <dsp:cNvPr id="0" name=""/>
        <dsp:cNvSpPr/>
      </dsp:nvSpPr>
      <dsp:spPr>
        <a:xfrm>
          <a:off x="1540693" y="1201384"/>
          <a:ext cx="295475" cy="231099"/>
        </a:xfrm>
        <a:prstGeom prst="triangl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9E29CB-4025-4CF1-A72D-B37D53D8EF50}">
      <dsp:nvSpPr>
        <dsp:cNvPr id="0" name=""/>
        <dsp:cNvSpPr/>
      </dsp:nvSpPr>
      <dsp:spPr>
        <a:xfrm>
          <a:off x="1406885" y="472083"/>
          <a:ext cx="563091" cy="563091"/>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rtl="0">
            <a:lnSpc>
              <a:spcPct val="90000"/>
            </a:lnSpc>
            <a:spcBef>
              <a:spcPct val="0"/>
            </a:spcBef>
            <a:spcAft>
              <a:spcPct val="35000"/>
            </a:spcAft>
            <a:buNone/>
          </a:pPr>
          <a:r>
            <a:rPr lang="en-US" sz="500" kern="1200">
              <a:latin typeface="Aptos Display" panose="02110004020202020204"/>
            </a:rPr>
            <a:t> Durability</a:t>
          </a:r>
          <a:endParaRPr lang="en-US" sz="500" kern="1200"/>
        </a:p>
      </dsp:txBody>
      <dsp:txXfrm>
        <a:off x="1489348" y="554546"/>
        <a:ext cx="398165" cy="398165"/>
      </dsp:txXfrm>
    </dsp:sp>
    <dsp:sp modelId="{4D4D48CC-8AEA-47C1-A029-4EC677DFABE9}">
      <dsp:nvSpPr>
        <dsp:cNvPr id="0" name=""/>
        <dsp:cNvSpPr/>
      </dsp:nvSpPr>
      <dsp:spPr>
        <a:xfrm rot="5400000">
          <a:off x="2110115" y="638079"/>
          <a:ext cx="295475" cy="231099"/>
        </a:xfrm>
        <a:prstGeom prst="triangl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203085-6C84-4E1E-AF91-A837B4BF8238}">
      <dsp:nvSpPr>
        <dsp:cNvPr id="0" name=""/>
        <dsp:cNvSpPr/>
      </dsp:nvSpPr>
      <dsp:spPr>
        <a:xfrm>
          <a:off x="2532647" y="331521"/>
          <a:ext cx="844215" cy="844215"/>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rtl="0">
            <a:lnSpc>
              <a:spcPct val="90000"/>
            </a:lnSpc>
            <a:spcBef>
              <a:spcPct val="0"/>
            </a:spcBef>
            <a:spcAft>
              <a:spcPct val="35000"/>
            </a:spcAft>
            <a:buNone/>
          </a:pPr>
          <a:r>
            <a:rPr lang="en-US" sz="900" kern="1200">
              <a:latin typeface="Aptos Display" panose="02110004020202020204"/>
            </a:rPr>
            <a:t> Serialization</a:t>
          </a:r>
          <a:endParaRPr lang="en-US" sz="900" kern="1200"/>
        </a:p>
      </dsp:txBody>
      <dsp:txXfrm>
        <a:off x="2656279" y="455153"/>
        <a:ext cx="596951" cy="59695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08EEA-7FD4-A4DF-2366-15E54FEB89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B338B3-5FB4-B6BB-CE17-4D3498CA09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45E9B-0614-81B4-F22D-E3FEF709D623}"/>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7034B1DA-F7E4-6A94-7EED-6CCBE0F4D6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057CF-C27C-F51E-EA69-7DB571811CC8}"/>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839039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AE47-147E-E1C0-31D0-A7DC268719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9C66B-5885-6FF1-D137-57645932E6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4FCDF1-7966-7F32-9D4A-4203D511D6D1}"/>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E463EFBB-2AAF-1D33-FB0A-6DDDE0F846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77152D-549A-D0AD-CE7F-C6268F4843A9}"/>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540025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DC8CC-0AF9-96C2-9E9F-FE1D67A5D5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5454CD-A505-B7F3-E549-11A985A068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3CDA43-B769-D774-2F35-52357A7BC29E}"/>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8098A069-6747-050B-4F8D-9DC76F66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2ADFAF-BF41-A198-AC46-4DE3D2A9962D}"/>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3492495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4452-350F-654C-7FCD-9FAF465964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A43B40-CA2D-9894-C75D-63C2E17259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0C84B-FB0B-0A00-B870-0AB9FA3A6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683E01-D42C-9DA9-49D1-9A93A86D685F}"/>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6" name="Footer Placeholder 5">
            <a:extLst>
              <a:ext uri="{FF2B5EF4-FFF2-40B4-BE49-F238E27FC236}">
                <a16:creationId xmlns:a16="http://schemas.microsoft.com/office/drawing/2014/main" id="{6382A170-F826-7248-7201-AC8D0EF975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4C1C24-5E9D-5E73-6209-DE51765C26F0}"/>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2371710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631B-B6BF-47AD-7FEE-DB53533111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A3A2EA-4225-95F6-A13E-B4C2A1276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746CD-B722-E37C-A3B6-C9873990A4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613BE8-26ED-FDA1-8319-A685C6D13C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A8636C-7605-7898-CBEF-18C7B3A69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3874B8-6531-EBD8-5C4F-819E88283B3A}"/>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8" name="Footer Placeholder 7">
            <a:extLst>
              <a:ext uri="{FF2B5EF4-FFF2-40B4-BE49-F238E27FC236}">
                <a16:creationId xmlns:a16="http://schemas.microsoft.com/office/drawing/2014/main" id="{7AADAD6F-E3AF-8B2D-C422-8B658EBB87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F7ADEB-2C4A-5532-CAD2-EFB1FE6040C8}"/>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404231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E316-525C-BDD4-DC21-E9CFCCE9DC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2CBDF3-AF70-69C5-A146-F30B31ECCC11}"/>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4" name="Footer Placeholder 3">
            <a:extLst>
              <a:ext uri="{FF2B5EF4-FFF2-40B4-BE49-F238E27FC236}">
                <a16:creationId xmlns:a16="http://schemas.microsoft.com/office/drawing/2014/main" id="{F8A23343-88DD-EFB3-6503-09649E0CE5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9EC9ED-53A7-7E25-C7CC-1C187CE12DBD}"/>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1233562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853DF3-B3BA-E122-9FA6-0411AFEC5A60}"/>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3" name="Footer Placeholder 2">
            <a:extLst>
              <a:ext uri="{FF2B5EF4-FFF2-40B4-BE49-F238E27FC236}">
                <a16:creationId xmlns:a16="http://schemas.microsoft.com/office/drawing/2014/main" id="{4A98E00B-4B5D-BAC3-3395-67407CB880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83B95F-556F-053C-97C8-7AEC93C93AE8}"/>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1232691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41A6-D1AA-5C6F-F3F8-EF2C576EDA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6F3275-6D9E-0ECA-DE52-08AEE2EEE5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12549B-B972-1E07-5230-6A16F2ABA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AEBFCC-200D-8BA5-2050-469A66346FCA}"/>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6" name="Footer Placeholder 5">
            <a:extLst>
              <a:ext uri="{FF2B5EF4-FFF2-40B4-BE49-F238E27FC236}">
                <a16:creationId xmlns:a16="http://schemas.microsoft.com/office/drawing/2014/main" id="{B803EE07-27F0-B308-336E-13EF94F530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050D0-31E6-A242-5154-D59BE10A245C}"/>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230870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7E86-F87A-57E5-580D-FCA71E338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A1D453-70A6-0D61-6171-B78F2ADC8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89A02-92A2-4DE3-ECCF-70203F1E2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211372-7204-83C2-8851-0BF176F25B9D}"/>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6" name="Footer Placeholder 5">
            <a:extLst>
              <a:ext uri="{FF2B5EF4-FFF2-40B4-BE49-F238E27FC236}">
                <a16:creationId xmlns:a16="http://schemas.microsoft.com/office/drawing/2014/main" id="{CCC8DF99-D654-0203-62CD-ECF8D42DEE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3C3232-5C1E-5614-EFAC-056ED27208FE}"/>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3765229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81A8-93DB-F15B-2822-BF7BF72611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1CF4FE-1D1C-D766-0B07-EA6E54C382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093F3F-7995-489E-27AB-C83FEF1E9146}"/>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45FBDBAC-C62B-7159-6B40-B1C29ABD97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EBAC4-B31B-6394-5227-F205F93752BE}"/>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2219500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A95A27-D1E0-6B3D-4F35-F4BF8D74AD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A1E4BF-EBB0-632F-9F2D-51BCBF81C3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F509B-1DD6-A1FD-4F30-05459CB2D7B8}"/>
              </a:ext>
            </a:extLst>
          </p:cNvPr>
          <p:cNvSpPr>
            <a:spLocks noGrp="1"/>
          </p:cNvSpPr>
          <p:nvPr>
            <p:ph type="dt" sz="half" idx="10"/>
          </p:nvPr>
        </p:nvSpPr>
        <p:spPr/>
        <p:txBody>
          <a:body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B42B1C5C-BD4F-0FAA-9650-8B9B1DFD2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048F25-7769-6154-EFFD-B433670BC929}"/>
              </a:ext>
            </a:extLst>
          </p:cNvPr>
          <p:cNvSpPr>
            <a:spLocks noGrp="1"/>
          </p:cNvSpPr>
          <p:nvPr>
            <p:ph type="sldNum" sz="quarter" idx="12"/>
          </p:nvPr>
        </p:nvSpPr>
        <p:spPr/>
        <p:txBody>
          <a:bodyPr/>
          <a:lstStyle/>
          <a:p>
            <a:fld id="{19630074-BBD6-4383-A206-2113E123ECDC}" type="slidenum">
              <a:rPr lang="en-US" smtClean="0"/>
              <a:t>‹#›</a:t>
            </a:fld>
            <a:endParaRPr lang="en-US"/>
          </a:p>
        </p:txBody>
      </p:sp>
    </p:spTree>
    <p:extLst>
      <p:ext uri="{BB962C8B-B14F-4D97-AF65-F5344CB8AC3E}">
        <p14:creationId xmlns:p14="http://schemas.microsoft.com/office/powerpoint/2010/main" val="3736732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E66804-337C-244F-CE1A-76258BDF71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4ACE98-DC5A-4C9C-CF72-EE0C682002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CDAD2-21FC-FB46-8134-11BC134D68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BABE6A-E32A-484A-BEC4-03165771B3C6}" type="datetimeFigureOut">
              <a:rPr lang="en-US" smtClean="0"/>
              <a:t>12/2/2025</a:t>
            </a:fld>
            <a:endParaRPr lang="en-US"/>
          </a:p>
        </p:txBody>
      </p:sp>
      <p:sp>
        <p:nvSpPr>
          <p:cNvPr id="5" name="Footer Placeholder 4">
            <a:extLst>
              <a:ext uri="{FF2B5EF4-FFF2-40B4-BE49-F238E27FC236}">
                <a16:creationId xmlns:a16="http://schemas.microsoft.com/office/drawing/2014/main" id="{3CD08B12-2C51-F5B8-7744-34FD47120C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995A2C-83C9-B6F5-A47E-2EB070E4B9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630074-BBD6-4383-A206-2113E123ECDC}" type="slidenum">
              <a:rPr lang="en-US" smtClean="0"/>
              <a:t>‹#›</a:t>
            </a:fld>
            <a:endParaRPr lang="en-US"/>
          </a:p>
        </p:txBody>
      </p:sp>
    </p:spTree>
    <p:extLst>
      <p:ext uri="{BB962C8B-B14F-4D97-AF65-F5344CB8AC3E}">
        <p14:creationId xmlns:p14="http://schemas.microsoft.com/office/powerpoint/2010/main" val="733227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Layout" Target="../diagrams/layout3.xml"/><Relationship Id="rId7" Type="http://schemas.openxmlformats.org/officeDocument/2006/relationships/image" Target="../media/image5.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3ED"/>
        </a:solidFill>
        <a:effectLst/>
      </p:bgPr>
    </p:bg>
    <p:spTree>
      <p:nvGrpSpPr>
        <p:cNvPr id="1" name=""/>
        <p:cNvGrpSpPr/>
        <p:nvPr/>
      </p:nvGrpSpPr>
      <p:grpSpPr>
        <a:xfrm>
          <a:off x="0" y="0"/>
          <a:ext cx="0" cy="0"/>
          <a:chOff x="0" y="0"/>
          <a:chExt cx="0" cy="0"/>
        </a:xfrm>
      </p:grpSpPr>
      <p:sp useBgFill="1">
        <p:nvSpPr>
          <p:cNvPr id="1030" name="Rectangle 1029">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5" name="Picture 1" descr="Modern Hospital Management System Illustration">
            <a:extLst>
              <a:ext uri="{FF2B5EF4-FFF2-40B4-BE49-F238E27FC236}">
                <a16:creationId xmlns:a16="http://schemas.microsoft.com/office/drawing/2014/main" id="{53327B8A-1D23-849D-29B9-1CC7A6614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1098"/>
          <a:stretch>
            <a:fillRect/>
          </a:stretch>
        </p:blipFill>
        <p:spPr bwMode="auto">
          <a:xfrm>
            <a:off x="2950180" y="10"/>
            <a:ext cx="9241820" cy="6875507"/>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F6A99BE-B6E4-2421-5059-BF8A53C77B02}"/>
              </a:ext>
            </a:extLst>
          </p:cNvPr>
          <p:cNvSpPr>
            <a:spLocks noGrp="1"/>
          </p:cNvSpPr>
          <p:nvPr>
            <p:ph type="ctrTitle"/>
          </p:nvPr>
        </p:nvSpPr>
        <p:spPr>
          <a:xfrm>
            <a:off x="661916" y="2852381"/>
            <a:ext cx="3161940" cy="2640247"/>
          </a:xfrm>
        </p:spPr>
        <p:txBody>
          <a:bodyPr>
            <a:normAutofit fontScale="90000"/>
          </a:bodyPr>
          <a:lstStyle/>
          <a:p>
            <a:pPr algn="l"/>
            <a:br>
              <a:rPr lang="en-US" sz="3200" b="1" cap="all">
                <a:solidFill>
                  <a:schemeClr val="tx2">
                    <a:lumMod val="75000"/>
                    <a:lumOff val="25000"/>
                  </a:schemeClr>
                </a:solidFill>
              </a:rPr>
            </a:br>
            <a:r>
              <a:rPr lang="en-CA" sz="4000" b="1">
                <a:solidFill>
                  <a:schemeClr val="tx2">
                    <a:lumMod val="75000"/>
                    <a:lumOff val="25000"/>
                  </a:schemeClr>
                </a:solidFill>
              </a:rPr>
              <a:t>LAKE RIDGE COMMUNITY </a:t>
            </a:r>
            <a:r>
              <a:rPr lang="en-US" sz="4000" b="1" cap="all">
                <a:solidFill>
                  <a:schemeClr val="tx2">
                    <a:lumMod val="75000"/>
                    <a:lumOff val="25000"/>
                  </a:schemeClr>
                </a:solidFill>
              </a:rPr>
              <a:t>HOSPITAL</a:t>
            </a:r>
            <a:br>
              <a:rPr lang="en-US" sz="3200" b="1" cap="all"/>
            </a:br>
            <a:r>
              <a:rPr lang="en-US" sz="3200" b="1" cap="all"/>
              <a:t>MANAGEMENT</a:t>
            </a:r>
            <a:br>
              <a:rPr lang="en-US" sz="3200"/>
            </a:br>
            <a:r>
              <a:rPr lang="en-US" sz="3200" b="1" cap="all"/>
              <a:t>SYSTEM</a:t>
            </a:r>
            <a:endParaRPr lang="en-US" sz="3200">
              <a:solidFill>
                <a:schemeClr val="tx1">
                  <a:lumMod val="85000"/>
                  <a:lumOff val="15000"/>
                </a:schemeClr>
              </a:solidFill>
            </a:endParaRPr>
          </a:p>
        </p:txBody>
      </p:sp>
      <p:sp>
        <p:nvSpPr>
          <p:cNvPr id="3" name="Subtitle 2">
            <a:extLst>
              <a:ext uri="{FF2B5EF4-FFF2-40B4-BE49-F238E27FC236}">
                <a16:creationId xmlns:a16="http://schemas.microsoft.com/office/drawing/2014/main" id="{C9E2934B-3250-D5CC-1A48-8D2BEF486F9E}"/>
              </a:ext>
            </a:extLst>
          </p:cNvPr>
          <p:cNvSpPr>
            <a:spLocks noGrp="1"/>
          </p:cNvSpPr>
          <p:nvPr>
            <p:ph type="subTitle" idx="1"/>
          </p:nvPr>
        </p:nvSpPr>
        <p:spPr>
          <a:xfrm>
            <a:off x="661914" y="5658202"/>
            <a:ext cx="3306089" cy="665802"/>
          </a:xfrm>
        </p:spPr>
        <p:txBody>
          <a:bodyPr>
            <a:normAutofit/>
          </a:bodyPr>
          <a:lstStyle/>
          <a:p>
            <a:pPr algn="l"/>
            <a:r>
              <a:rPr lang="en-ZA" sz="1600">
                <a:solidFill>
                  <a:schemeClr val="tx1">
                    <a:lumMod val="85000"/>
                    <a:lumOff val="15000"/>
                  </a:schemeClr>
                </a:solidFill>
              </a:rPr>
              <a:t>Group 6: Six and Stones </a:t>
            </a:r>
            <a:endParaRPr lang="en-US" sz="1600">
              <a:solidFill>
                <a:schemeClr val="tx1">
                  <a:lumMod val="85000"/>
                  <a:lumOff val="15000"/>
                </a:schemeClr>
              </a:solidFill>
            </a:endParaRPr>
          </a:p>
        </p:txBody>
      </p:sp>
      <p:sp>
        <p:nvSpPr>
          <p:cNvPr id="4" name="Rectangle 2">
            <a:extLst>
              <a:ext uri="{FF2B5EF4-FFF2-40B4-BE49-F238E27FC236}">
                <a16:creationId xmlns:a16="http://schemas.microsoft.com/office/drawing/2014/main" id="{25F998A7-DB66-EBE9-C704-59FA38DCE1F6}"/>
              </a:ext>
            </a:extLst>
          </p:cNvPr>
          <p:cNvSpPr>
            <a:spLocks noChangeArrowheads="1"/>
          </p:cNvSpPr>
          <p:nvPr/>
        </p:nvSpPr>
        <p:spPr bwMode="auto">
          <a:xfrm>
            <a:off x="2959" y="-323165"/>
            <a:ext cx="1817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rgbClr val="475569"/>
                </a:solidFill>
                <a:effectLst/>
                <a:latin typeface="Inter"/>
              </a:rPr>
            </a:br>
            <a:endParaRPr kumimoji="0" lang="en-US" altLang="en-US" b="0" i="0" u="none" strike="noStrike" cap="none" normalizeH="0" baseline="0">
              <a:ln>
                <a:noFill/>
              </a:ln>
              <a:solidFill>
                <a:schemeClr val="tx1"/>
              </a:solidFill>
              <a:effectLst/>
              <a:latin typeface="Arial" panose="020B0604020202020204" pitchFamily="34" charset="0"/>
            </a:endParaRPr>
          </a:p>
        </p:txBody>
      </p:sp>
      <p:sp>
        <p:nvSpPr>
          <p:cNvPr id="6" name="Title 1">
            <a:extLst>
              <a:ext uri="{FF2B5EF4-FFF2-40B4-BE49-F238E27FC236}">
                <a16:creationId xmlns:a16="http://schemas.microsoft.com/office/drawing/2014/main" id="{7B5DA37F-817A-A845-0CB3-AC17EFF0A4F5}"/>
              </a:ext>
            </a:extLst>
          </p:cNvPr>
          <p:cNvSpPr txBox="1">
            <a:spLocks/>
          </p:cNvSpPr>
          <p:nvPr/>
        </p:nvSpPr>
        <p:spPr>
          <a:xfrm>
            <a:off x="733989" y="323166"/>
            <a:ext cx="3161940" cy="264024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3600">
              <a:solidFill>
                <a:schemeClr val="tx1">
                  <a:lumMod val="85000"/>
                  <a:lumOff val="15000"/>
                </a:schemeClr>
              </a:solidFill>
            </a:endParaRPr>
          </a:p>
        </p:txBody>
      </p:sp>
    </p:spTree>
    <p:extLst>
      <p:ext uri="{BB962C8B-B14F-4D97-AF65-F5344CB8AC3E}">
        <p14:creationId xmlns:p14="http://schemas.microsoft.com/office/powerpoint/2010/main" val="460677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F8B660A-A6C2-1C02-38D7-0A9B74ECD369}"/>
              </a:ext>
            </a:extLst>
          </p:cNvPr>
          <p:cNvSpPr/>
          <p:nvPr/>
        </p:nvSpPr>
        <p:spPr>
          <a:xfrm>
            <a:off x="0" y="5309419"/>
            <a:ext cx="12260826" cy="154857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6E8C202C-DB71-BE56-BDDB-F8677F4B0FDE}"/>
              </a:ext>
            </a:extLst>
          </p:cNvPr>
          <p:cNvSpPr>
            <a:spLocks noChangeArrowheads="1"/>
          </p:cNvSpPr>
          <p:nvPr/>
        </p:nvSpPr>
        <p:spPr bwMode="auto">
          <a:xfrm>
            <a:off x="0" y="0"/>
            <a:ext cx="30035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Rounded Corners 8">
            <a:extLst>
              <a:ext uri="{FF2B5EF4-FFF2-40B4-BE49-F238E27FC236}">
                <a16:creationId xmlns:a16="http://schemas.microsoft.com/office/drawing/2014/main" id="{03BE7C54-2610-03B1-06AB-3E0C5E34519D}"/>
              </a:ext>
            </a:extLst>
          </p:cNvPr>
          <p:cNvSpPr/>
          <p:nvPr/>
        </p:nvSpPr>
        <p:spPr>
          <a:xfrm>
            <a:off x="1602659" y="430831"/>
            <a:ext cx="9232489" cy="5753100"/>
          </a:xfrm>
          <a:prstGeom prst="roundRect">
            <a:avLst>
              <a:gd name="adj" fmla="val 4967"/>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bg2">
                  <a:lumMod val="49000"/>
                </a:schemeClr>
              </a:solidFill>
            </a:endParaRPr>
          </a:p>
        </p:txBody>
      </p:sp>
      <p:sp>
        <p:nvSpPr>
          <p:cNvPr id="11" name="TextBox 10">
            <a:extLst>
              <a:ext uri="{FF2B5EF4-FFF2-40B4-BE49-F238E27FC236}">
                <a16:creationId xmlns:a16="http://schemas.microsoft.com/office/drawing/2014/main" id="{223E36DF-D80D-9C3A-A5C4-246FAF6024B0}"/>
              </a:ext>
            </a:extLst>
          </p:cNvPr>
          <p:cNvSpPr txBox="1"/>
          <p:nvPr/>
        </p:nvSpPr>
        <p:spPr>
          <a:xfrm>
            <a:off x="3048000" y="1305342"/>
            <a:ext cx="6946232" cy="3552191"/>
          </a:xfrm>
          <a:prstGeom prst="rect">
            <a:avLst/>
          </a:prstGeom>
          <a:noFill/>
        </p:spPr>
        <p:txBody>
          <a:bodyPr wrap="square" lIns="91440" tIns="45720" rIns="91440" bIns="45720" anchor="t">
            <a:spAutoFit/>
          </a:bodyPr>
          <a:lstStyle/>
          <a:p>
            <a:r>
              <a:rPr lang="en-US" sz="1600" b="1" cap="all">
                <a:solidFill>
                  <a:schemeClr val="accent1">
                    <a:lumMod val="20000"/>
                    <a:lumOff val="80000"/>
                  </a:schemeClr>
                </a:solidFill>
                <a:latin typeface="Calisto MT"/>
              </a:rPr>
              <a:t>INTRODUCTION</a:t>
            </a:r>
            <a:r>
              <a:rPr lang="en-US" b="1" cap="all">
                <a:solidFill>
                  <a:srgbClr val="BFDBFE"/>
                </a:solidFill>
                <a:latin typeface="Calisto MT"/>
              </a:rPr>
              <a:t> </a:t>
            </a:r>
            <a:endParaRPr lang="en-US">
              <a:latin typeface="Calisto MT"/>
            </a:endParaRPr>
          </a:p>
          <a:p>
            <a:r>
              <a:rPr lang="en-US" sz="1400">
                <a:solidFill>
                  <a:srgbClr val="FFFFFF"/>
                </a:solidFill>
                <a:ea typeface="+mn-lt"/>
                <a:cs typeface="+mn-lt"/>
              </a:rPr>
              <a:t>LRCH’s current systems are disconnected and slow. We propose </a:t>
            </a:r>
            <a:r>
              <a:rPr lang="en-US" sz="1400" b="0" i="0">
                <a:solidFill>
                  <a:srgbClr val="FFFFFF"/>
                </a:solidFill>
                <a:effectLst/>
                <a:ea typeface="+mn-lt"/>
                <a:cs typeface="+mn-lt"/>
              </a:rPr>
              <a:t>a unified</a:t>
            </a:r>
            <a:r>
              <a:rPr lang="en-US" sz="1400">
                <a:solidFill>
                  <a:srgbClr val="FFFFFF"/>
                </a:solidFill>
                <a:ea typeface="+mn-lt"/>
                <a:cs typeface="+mn-lt"/>
              </a:rPr>
              <a:t> database </a:t>
            </a:r>
            <a:r>
              <a:rPr lang="en-US" sz="1400" b="0" i="0">
                <a:solidFill>
                  <a:srgbClr val="FFFFFF"/>
                </a:solidFill>
                <a:effectLst/>
                <a:ea typeface="+mn-lt"/>
                <a:cs typeface="+mn-lt"/>
              </a:rPr>
              <a:t>that </a:t>
            </a:r>
            <a:r>
              <a:rPr lang="en-US" sz="1400">
                <a:solidFill>
                  <a:srgbClr val="FFFFFF"/>
                </a:solidFill>
                <a:ea typeface="+mn-lt"/>
                <a:cs typeface="+mn-lt"/>
              </a:rPr>
              <a:t>delivers real-time access</a:t>
            </a:r>
            <a:r>
              <a:rPr lang="en-US" sz="1400" b="0" i="0">
                <a:solidFill>
                  <a:srgbClr val="FFFFFF"/>
                </a:solidFill>
                <a:effectLst/>
                <a:ea typeface="+mn-lt"/>
                <a:cs typeface="+mn-lt"/>
              </a:rPr>
              <a:t>, </a:t>
            </a:r>
            <a:r>
              <a:rPr lang="en-US" sz="1400">
                <a:solidFill>
                  <a:srgbClr val="FFFFFF"/>
                </a:solidFill>
                <a:ea typeface="+mn-lt"/>
                <a:cs typeface="+mn-lt"/>
              </a:rPr>
              <a:t>accurate data</a:t>
            </a:r>
            <a:r>
              <a:rPr lang="en-US" sz="1400" b="0" i="0">
                <a:solidFill>
                  <a:srgbClr val="FFFFFF"/>
                </a:solidFill>
                <a:effectLst/>
                <a:ea typeface="+mn-lt"/>
                <a:cs typeface="+mn-lt"/>
              </a:rPr>
              <a:t>, and </a:t>
            </a:r>
            <a:r>
              <a:rPr lang="en-US" sz="1400">
                <a:solidFill>
                  <a:srgbClr val="FFFFFF"/>
                </a:solidFill>
                <a:ea typeface="+mn-lt"/>
                <a:cs typeface="+mn-lt"/>
              </a:rPr>
              <a:t>smoother workflows across the hospital</a:t>
            </a:r>
            <a:r>
              <a:rPr lang="en-US" sz="1400" b="0" i="0">
                <a:solidFill>
                  <a:srgbClr val="FFFFFF"/>
                </a:solidFill>
                <a:effectLst/>
                <a:ea typeface="+mn-lt"/>
                <a:cs typeface="+mn-lt"/>
              </a:rPr>
              <a:t>.</a:t>
            </a:r>
            <a:endParaRPr lang="en-US">
              <a:ea typeface="+mn-lt"/>
              <a:cs typeface="+mn-lt"/>
            </a:endParaRPr>
          </a:p>
          <a:p>
            <a:pPr algn="l">
              <a:buNone/>
            </a:pPr>
            <a:endParaRPr lang="en-US" sz="1600" b="0" i="0">
              <a:solidFill>
                <a:schemeClr val="accent2">
                  <a:lumMod val="60000"/>
                  <a:lumOff val="40000"/>
                </a:schemeClr>
              </a:solidFill>
              <a:effectLst/>
              <a:latin typeface="Calisto MT"/>
            </a:endParaRPr>
          </a:p>
          <a:p>
            <a:r>
              <a:rPr lang="en-US" sz="1600" b="1" cap="all">
                <a:solidFill>
                  <a:schemeClr val="accent1">
                    <a:lumMod val="20000"/>
                    <a:lumOff val="80000"/>
                  </a:schemeClr>
                </a:solidFill>
                <a:latin typeface="Calisto MT"/>
                <a:ea typeface="+mn-lt"/>
                <a:cs typeface="+mn-lt"/>
              </a:rPr>
              <a:t>WHY IT MATTERS</a:t>
            </a:r>
            <a:endParaRPr lang="en-US" b="1">
              <a:solidFill>
                <a:schemeClr val="accent1">
                  <a:lumMod val="20000"/>
                  <a:lumOff val="80000"/>
                </a:schemeClr>
              </a:solidFill>
              <a:latin typeface="Calisto MT"/>
            </a:endParaRPr>
          </a:p>
          <a:p>
            <a:pPr marL="285750" indent="-285750">
              <a:buFont typeface="Wingdings"/>
              <a:buChar char="Ø"/>
            </a:pPr>
            <a:r>
              <a:rPr lang="en-US" sz="1400">
                <a:solidFill>
                  <a:srgbClr val="FFFFFF"/>
                </a:solidFill>
                <a:latin typeface="Calibri"/>
                <a:ea typeface="+mn-lt"/>
                <a:cs typeface="+mn-lt"/>
              </a:rPr>
              <a:t>Eliminates delays from batch processing</a:t>
            </a:r>
          </a:p>
          <a:p>
            <a:pPr marL="285750" indent="-285750">
              <a:buFont typeface="Wingdings"/>
              <a:buChar char="Ø"/>
            </a:pPr>
            <a:r>
              <a:rPr lang="en-US" sz="1400">
                <a:solidFill>
                  <a:srgbClr val="FFFFFF"/>
                </a:solidFill>
                <a:latin typeface="Calibri"/>
                <a:ea typeface="+mn-lt"/>
                <a:cs typeface="+mn-lt"/>
              </a:rPr>
              <a:t>Reduces errors </a:t>
            </a:r>
            <a:r>
              <a:rPr lang="en-US" sz="1400" b="0" i="0">
                <a:solidFill>
                  <a:srgbClr val="FFFFFF"/>
                </a:solidFill>
                <a:effectLst/>
                <a:latin typeface="Calibri"/>
                <a:ea typeface="+mn-lt"/>
                <a:cs typeface="+mn-lt"/>
              </a:rPr>
              <a:t>from </a:t>
            </a:r>
            <a:r>
              <a:rPr lang="en-US" sz="1400">
                <a:solidFill>
                  <a:srgbClr val="FFFFFF"/>
                </a:solidFill>
                <a:latin typeface="Calibri"/>
                <a:ea typeface="+mn-lt"/>
                <a:cs typeface="+mn-lt"/>
              </a:rPr>
              <a:t>scattered systems</a:t>
            </a:r>
            <a:endParaRPr lang="en-US" sz="1400">
              <a:latin typeface="Calibri"/>
              <a:ea typeface="Calibri"/>
              <a:cs typeface="Calibri"/>
            </a:endParaRPr>
          </a:p>
          <a:p>
            <a:pPr marL="285750" indent="-285750">
              <a:buFont typeface="Wingdings"/>
              <a:buChar char="Ø"/>
            </a:pPr>
            <a:r>
              <a:rPr lang="en-US" sz="1400">
                <a:solidFill>
                  <a:srgbClr val="FFFFFF"/>
                </a:solidFill>
                <a:latin typeface="Calibri"/>
                <a:ea typeface="+mn-lt"/>
                <a:cs typeface="+mn-lt"/>
              </a:rPr>
              <a:t>Supports growing patient volume</a:t>
            </a:r>
            <a:endParaRPr lang="en-US" sz="1400">
              <a:latin typeface="Calibri"/>
              <a:ea typeface="Calibri"/>
              <a:cs typeface="Calibri"/>
            </a:endParaRPr>
          </a:p>
          <a:p>
            <a:pPr marL="285750" indent="-285750">
              <a:buFont typeface="Wingdings"/>
              <a:buChar char="Ø"/>
            </a:pPr>
            <a:r>
              <a:rPr lang="en-US" sz="1400">
                <a:solidFill>
                  <a:srgbClr val="FFFFFF"/>
                </a:solidFill>
                <a:latin typeface="Calibri"/>
                <a:ea typeface="+mn-lt"/>
                <a:cs typeface="+mn-lt"/>
              </a:rPr>
              <a:t>Improves staff efficiency </a:t>
            </a:r>
            <a:r>
              <a:rPr lang="en-US" sz="1400" b="0" i="0">
                <a:solidFill>
                  <a:srgbClr val="FFFFFF"/>
                </a:solidFill>
                <a:effectLst/>
                <a:latin typeface="Calibri"/>
                <a:ea typeface="+mn-lt"/>
                <a:cs typeface="+mn-lt"/>
              </a:rPr>
              <a:t>and </a:t>
            </a:r>
            <a:r>
              <a:rPr lang="en-US" sz="1400">
                <a:solidFill>
                  <a:srgbClr val="FFFFFF"/>
                </a:solidFill>
                <a:latin typeface="Calibri"/>
                <a:ea typeface="+mn-lt"/>
                <a:cs typeface="+mn-lt"/>
              </a:rPr>
              <a:t>data reliability</a:t>
            </a:r>
            <a:endParaRPr lang="en-US" sz="1400">
              <a:latin typeface="Calibri"/>
              <a:ea typeface="Calibri"/>
              <a:cs typeface="Calibri"/>
            </a:endParaRPr>
          </a:p>
          <a:p>
            <a:pPr marL="285750" indent="-285750">
              <a:buFont typeface="Wingdings"/>
              <a:buChar char="Ø"/>
            </a:pPr>
            <a:endParaRPr lang="en-US" sz="1400">
              <a:solidFill>
                <a:srgbClr val="FFFFFF"/>
              </a:solidFill>
              <a:latin typeface="Calibri"/>
              <a:ea typeface="+mn-lt"/>
              <a:cs typeface="+mn-lt"/>
            </a:endParaRPr>
          </a:p>
          <a:p>
            <a:r>
              <a:rPr lang="en-US" sz="1600" b="1">
                <a:solidFill>
                  <a:schemeClr val="accent1">
                    <a:lumMod val="20000"/>
                    <a:lumOff val="80000"/>
                  </a:schemeClr>
                </a:solidFill>
                <a:latin typeface="Calisto MT"/>
                <a:ea typeface="+mn-lt"/>
                <a:cs typeface="+mn-lt"/>
              </a:rPr>
              <a:t>OUR VISION</a:t>
            </a:r>
          </a:p>
          <a:p>
            <a:pPr>
              <a:lnSpc>
                <a:spcPct val="150000"/>
              </a:lnSpc>
            </a:pPr>
            <a:r>
              <a:rPr lang="en-US" sz="1400">
                <a:solidFill>
                  <a:srgbClr val="FFFFFF"/>
                </a:solidFill>
                <a:latin typeface="Calibri"/>
                <a:ea typeface="+mn-lt"/>
                <a:cs typeface="+mn-lt"/>
              </a:rPr>
              <a:t>A single platform that supports quick decision-making, reduces errors, enhances patient care, and gives LRCH leadership the tools they need to manage operations efficiently and confidently.</a:t>
            </a:r>
            <a:endParaRPr lang="en-US" sz="1400">
              <a:latin typeface="Calibri"/>
            </a:endParaRPr>
          </a:p>
        </p:txBody>
      </p:sp>
      <p:sp>
        <p:nvSpPr>
          <p:cNvPr id="20" name="TextBox 19">
            <a:extLst>
              <a:ext uri="{FF2B5EF4-FFF2-40B4-BE49-F238E27FC236}">
                <a16:creationId xmlns:a16="http://schemas.microsoft.com/office/drawing/2014/main" id="{FCB8A13F-0D78-D291-B612-8986715FF97A}"/>
              </a:ext>
            </a:extLst>
          </p:cNvPr>
          <p:cNvSpPr txBox="1"/>
          <p:nvPr/>
        </p:nvSpPr>
        <p:spPr>
          <a:xfrm rot="16200000">
            <a:off x="-1553145" y="2300850"/>
            <a:ext cx="4866268" cy="523220"/>
          </a:xfrm>
          <a:prstGeom prst="rect">
            <a:avLst/>
          </a:prstGeom>
          <a:noFill/>
        </p:spPr>
        <p:txBody>
          <a:bodyPr wrap="square">
            <a:spAutoFit/>
          </a:bodyPr>
          <a:lstStyle/>
          <a:p>
            <a:r>
              <a:rPr lang="en-US" sz="2800" b="1" i="0" cap="all">
                <a:solidFill>
                  <a:srgbClr val="1E293B"/>
                </a:solidFill>
                <a:effectLst/>
                <a:latin typeface="+mj-lt"/>
              </a:rPr>
              <a:t>MISSION &amp; OBJECTIVES</a:t>
            </a:r>
            <a:endParaRPr lang="en-US" sz="2800" b="1">
              <a:latin typeface="+mj-lt"/>
            </a:endParaRPr>
          </a:p>
        </p:txBody>
      </p:sp>
      <p:sp>
        <p:nvSpPr>
          <p:cNvPr id="24" name="TextBox 23">
            <a:extLst>
              <a:ext uri="{FF2B5EF4-FFF2-40B4-BE49-F238E27FC236}">
                <a16:creationId xmlns:a16="http://schemas.microsoft.com/office/drawing/2014/main" id="{3C8E804F-7CEC-C1B4-ED07-6959F915FDF7}"/>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2" name="TextBox 1">
            <a:extLst>
              <a:ext uri="{FF2B5EF4-FFF2-40B4-BE49-F238E27FC236}">
                <a16:creationId xmlns:a16="http://schemas.microsoft.com/office/drawing/2014/main" id="{ABE156BA-0091-1009-7465-8103C9E5E97F}"/>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 6: Six and Stones</a:t>
            </a:r>
            <a:r>
              <a:rPr lang="en-ZA" sz="1200">
                <a:solidFill>
                  <a:srgbClr val="333333"/>
                </a:solidFill>
                <a:latin typeface="Inter"/>
              </a:rPr>
              <a:t> </a:t>
            </a:r>
            <a:endParaRPr lang="en-US" sz="1200" b="0" i="0">
              <a:solidFill>
                <a:srgbClr val="333333"/>
              </a:solidFill>
              <a:effectLst/>
              <a:latin typeface="Inter"/>
            </a:endParaRPr>
          </a:p>
        </p:txBody>
      </p:sp>
      <p:pic>
        <p:nvPicPr>
          <p:cNvPr id="5" name="Graphic 4" descr="Stacked Rocks with solid fill">
            <a:extLst>
              <a:ext uri="{FF2B5EF4-FFF2-40B4-BE49-F238E27FC236}">
                <a16:creationId xmlns:a16="http://schemas.microsoft.com/office/drawing/2014/main" id="{3EC81F81-EBAB-A810-37F6-2293D9432E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1954492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31D0F8-26AF-4B19-00DE-B08F57F01B43}"/>
              </a:ext>
            </a:extLst>
          </p:cNvPr>
          <p:cNvSpPr/>
          <p:nvPr/>
        </p:nvSpPr>
        <p:spPr>
          <a:xfrm>
            <a:off x="0" y="5309419"/>
            <a:ext cx="12260826" cy="154857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17B5B4D-70C5-4A99-E15D-2476AB2775A4}"/>
              </a:ext>
            </a:extLst>
          </p:cNvPr>
          <p:cNvSpPr txBox="1"/>
          <p:nvPr/>
        </p:nvSpPr>
        <p:spPr>
          <a:xfrm rot="16200000">
            <a:off x="-2423423" y="1999809"/>
            <a:ext cx="6096000" cy="523220"/>
          </a:xfrm>
          <a:prstGeom prst="rect">
            <a:avLst/>
          </a:prstGeom>
          <a:noFill/>
        </p:spPr>
        <p:txBody>
          <a:bodyPr wrap="square">
            <a:spAutoFit/>
          </a:bodyPr>
          <a:lstStyle/>
          <a:p>
            <a:pPr algn="l">
              <a:buNone/>
            </a:pPr>
            <a:r>
              <a:rPr lang="en-US" sz="2800" b="1" i="0" cap="all">
                <a:solidFill>
                  <a:srgbClr val="2563EB"/>
                </a:solidFill>
                <a:effectLst/>
                <a:latin typeface="+mj-lt"/>
              </a:rPr>
              <a:t>PATIENT</a:t>
            </a:r>
            <a:r>
              <a:rPr lang="en-US" sz="2400" b="1" i="0" cap="all">
                <a:solidFill>
                  <a:srgbClr val="2563EB"/>
                </a:solidFill>
                <a:effectLst/>
                <a:latin typeface="+mj-lt"/>
              </a:rPr>
              <a:t> </a:t>
            </a:r>
            <a:r>
              <a:rPr lang="en-US" sz="2800" b="1" i="0" cap="all">
                <a:solidFill>
                  <a:srgbClr val="2563EB"/>
                </a:solidFill>
                <a:effectLst/>
                <a:latin typeface="+mj-lt"/>
              </a:rPr>
              <a:t>MANAGEMENT</a:t>
            </a:r>
          </a:p>
        </p:txBody>
      </p:sp>
      <p:sp>
        <p:nvSpPr>
          <p:cNvPr id="9" name="Rectangle: Rounded Corners 8">
            <a:extLst>
              <a:ext uri="{FF2B5EF4-FFF2-40B4-BE49-F238E27FC236}">
                <a16:creationId xmlns:a16="http://schemas.microsoft.com/office/drawing/2014/main" id="{628B228E-2B7D-2D60-ECB2-F45A6BE8A687}"/>
              </a:ext>
            </a:extLst>
          </p:cNvPr>
          <p:cNvSpPr/>
          <p:nvPr/>
        </p:nvSpPr>
        <p:spPr>
          <a:xfrm>
            <a:off x="1061886" y="1219200"/>
            <a:ext cx="3342967" cy="4601497"/>
          </a:xfrm>
          <a:prstGeom prst="roundRect">
            <a:avLst>
              <a:gd name="adj" fmla="val 5785"/>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200"/>
              </a:spcAft>
            </a:pPr>
            <a:r>
              <a:rPr lang="en-US" sz="1600" b="1" i="0" cap="all">
                <a:solidFill>
                  <a:schemeClr val="tx2">
                    <a:lumMod val="50000"/>
                    <a:lumOff val="50000"/>
                  </a:schemeClr>
                </a:solidFill>
                <a:effectLst/>
              </a:rPr>
              <a:t>Records &amp; Clinical</a:t>
            </a:r>
          </a:p>
          <a:p>
            <a:pPr>
              <a:buFont typeface="Arial" panose="020B0604020202020204" pitchFamily="34" charset="0"/>
              <a:buChar char="•"/>
            </a:pPr>
            <a:r>
              <a:rPr lang="en-US" sz="1600" b="0" i="0">
                <a:solidFill>
                  <a:schemeClr val="tx1"/>
                </a:solidFill>
                <a:effectLst/>
              </a:rPr>
              <a:t>Allow medical staff to record and report the results of laboratory tests and procedures directly into the patient file.</a:t>
            </a:r>
          </a:p>
          <a:p>
            <a:endParaRPr lang="en-US" sz="1600" b="0" i="0">
              <a:solidFill>
                <a:schemeClr val="tx1"/>
              </a:solidFill>
              <a:effectLst/>
            </a:endParaRPr>
          </a:p>
          <a:p>
            <a:pPr>
              <a:buFont typeface="Arial" panose="020B0604020202020204" pitchFamily="34" charset="0"/>
              <a:buChar char="•"/>
            </a:pPr>
            <a:r>
              <a:rPr lang="en-US" sz="1600" b="0" i="0">
                <a:solidFill>
                  <a:schemeClr val="tx1"/>
                </a:solidFill>
                <a:effectLst/>
              </a:rPr>
              <a:t>Enable medical staff to assign, store, and retrieve treatment prescriptions as part of a patient’s comprehensive medical record</a:t>
            </a:r>
            <a:r>
              <a:rPr lang="en-US" sz="1600" b="0" i="0">
                <a:solidFill>
                  <a:schemeClr val="bg2"/>
                </a:solidFill>
                <a:effectLst/>
              </a:rPr>
              <a:t>.</a:t>
            </a:r>
            <a:endParaRPr lang="en-US" sz="1600">
              <a:solidFill>
                <a:schemeClr val="bg2"/>
              </a:solidFill>
            </a:endParaRPr>
          </a:p>
        </p:txBody>
      </p:sp>
      <p:sp>
        <p:nvSpPr>
          <p:cNvPr id="10" name="Rectangle: Rounded Corners 9">
            <a:extLst>
              <a:ext uri="{FF2B5EF4-FFF2-40B4-BE49-F238E27FC236}">
                <a16:creationId xmlns:a16="http://schemas.microsoft.com/office/drawing/2014/main" id="{BA845DC6-41D8-7C1F-FA9A-146D07BD4FC9}"/>
              </a:ext>
            </a:extLst>
          </p:cNvPr>
          <p:cNvSpPr/>
          <p:nvPr/>
        </p:nvSpPr>
        <p:spPr>
          <a:xfrm>
            <a:off x="4798143" y="1219200"/>
            <a:ext cx="3342967" cy="4601497"/>
          </a:xfrm>
          <a:prstGeom prst="roundRect">
            <a:avLst>
              <a:gd name="adj" fmla="val 5785"/>
            </a:avLst>
          </a:prstGeom>
          <a:solidFill>
            <a:schemeClr val="bg1"/>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200"/>
              </a:spcAft>
            </a:pPr>
            <a:r>
              <a:rPr lang="en-US" sz="1600" b="1" i="0" cap="all">
                <a:solidFill>
                  <a:srgbClr val="2563EB"/>
                </a:solidFill>
                <a:effectLst/>
              </a:rPr>
              <a:t>Access &amp; Retrieval</a:t>
            </a:r>
          </a:p>
          <a:p>
            <a:pPr>
              <a:buFont typeface="Arial" panose="020B0604020202020204" pitchFamily="34" charset="0"/>
              <a:buChar char="•"/>
            </a:pPr>
            <a:r>
              <a:rPr lang="en-US" sz="1600" b="0" i="0">
                <a:solidFill>
                  <a:srgbClr val="475569"/>
                </a:solidFill>
                <a:effectLst/>
              </a:rPr>
              <a:t>Support immediate system-wide access for patient registration and billing inquiries to ensure operational efficiency.</a:t>
            </a:r>
          </a:p>
          <a:p>
            <a:endParaRPr lang="en-US" sz="1600" b="0" i="0">
              <a:solidFill>
                <a:srgbClr val="475569"/>
              </a:solidFill>
              <a:effectLst/>
            </a:endParaRPr>
          </a:p>
          <a:p>
            <a:pPr>
              <a:buFont typeface="Arial" panose="020B0604020202020204" pitchFamily="34" charset="0"/>
              <a:buChar char="•"/>
            </a:pPr>
            <a:r>
              <a:rPr lang="en-US" sz="1600" b="0" i="0">
                <a:solidFill>
                  <a:srgbClr val="475569"/>
                </a:solidFill>
                <a:effectLst/>
              </a:rPr>
              <a:t>Allow quick retrieval of patient records by unique patient number, or by a combination of patient name and phone number.</a:t>
            </a:r>
          </a:p>
          <a:p>
            <a:pPr algn="ctr"/>
            <a:endParaRPr lang="en-US" sz="1600"/>
          </a:p>
        </p:txBody>
      </p:sp>
      <p:sp>
        <p:nvSpPr>
          <p:cNvPr id="11" name="Rectangle: Rounded Corners 10">
            <a:extLst>
              <a:ext uri="{FF2B5EF4-FFF2-40B4-BE49-F238E27FC236}">
                <a16:creationId xmlns:a16="http://schemas.microsoft.com/office/drawing/2014/main" id="{95661975-6649-8354-4F81-12C3C6542AEA}"/>
              </a:ext>
            </a:extLst>
          </p:cNvPr>
          <p:cNvSpPr/>
          <p:nvPr/>
        </p:nvSpPr>
        <p:spPr>
          <a:xfrm>
            <a:off x="8554064" y="1219199"/>
            <a:ext cx="3342967" cy="4601497"/>
          </a:xfrm>
          <a:prstGeom prst="roundRect">
            <a:avLst>
              <a:gd name="adj" fmla="val 5785"/>
            </a:avLst>
          </a:prstGeom>
          <a:solidFill>
            <a:schemeClr val="bg1"/>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200"/>
              </a:spcAft>
            </a:pPr>
            <a:r>
              <a:rPr lang="en-US" sz="1600" b="1" i="0" cap="all">
                <a:solidFill>
                  <a:srgbClr val="0891B2"/>
                </a:solidFill>
                <a:effectLst/>
              </a:rPr>
              <a:t>Movement &amp; Finance</a:t>
            </a:r>
          </a:p>
          <a:p>
            <a:pPr>
              <a:buFont typeface="Arial" panose="020B0604020202020204" pitchFamily="34" charset="0"/>
              <a:buChar char="•"/>
            </a:pPr>
            <a:r>
              <a:rPr lang="en-US" sz="1600" b="0" i="0">
                <a:solidFill>
                  <a:srgbClr val="475569"/>
                </a:solidFill>
                <a:effectLst/>
              </a:rPr>
              <a:t>Update patient location and admission details automatically upon re-admission.</a:t>
            </a:r>
          </a:p>
          <a:p>
            <a:endParaRPr lang="en-US" sz="1600" b="0" i="0">
              <a:solidFill>
                <a:srgbClr val="475569"/>
              </a:solidFill>
              <a:effectLst/>
            </a:endParaRPr>
          </a:p>
          <a:p>
            <a:pPr>
              <a:buFont typeface="Arial" panose="020B0604020202020204" pitchFamily="34" charset="0"/>
              <a:buChar char="•"/>
            </a:pPr>
            <a:r>
              <a:rPr lang="en-US" sz="1600" b="0" i="0">
                <a:solidFill>
                  <a:srgbClr val="475569"/>
                </a:solidFill>
                <a:effectLst/>
              </a:rPr>
              <a:t>Maintain a complete history of patient locations across visits to support effective contact-tracing.</a:t>
            </a:r>
          </a:p>
          <a:p>
            <a:endParaRPr lang="en-US" sz="1600" b="0" i="0">
              <a:solidFill>
                <a:srgbClr val="475569"/>
              </a:solidFill>
              <a:effectLst/>
            </a:endParaRPr>
          </a:p>
          <a:p>
            <a:pPr>
              <a:buFont typeface="Arial" panose="020B0604020202020204" pitchFamily="34" charset="0"/>
              <a:buChar char="•"/>
            </a:pPr>
            <a:r>
              <a:rPr lang="en-US" sz="1600" b="0" i="0">
                <a:solidFill>
                  <a:srgbClr val="475569"/>
                </a:solidFill>
                <a:effectLst/>
              </a:rPr>
              <a:t>Archive records three years after the last discharge if not readmitted.</a:t>
            </a:r>
          </a:p>
          <a:p>
            <a:pPr algn="ctr"/>
            <a:endParaRPr lang="en-US" sz="1600"/>
          </a:p>
        </p:txBody>
      </p:sp>
      <p:sp>
        <p:nvSpPr>
          <p:cNvPr id="2" name="TextBox 1">
            <a:extLst>
              <a:ext uri="{FF2B5EF4-FFF2-40B4-BE49-F238E27FC236}">
                <a16:creationId xmlns:a16="http://schemas.microsoft.com/office/drawing/2014/main" id="{C2BEE5C0-91B5-E7E9-901E-6582EFFFC9F3}"/>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3" name="TextBox 2">
            <a:extLst>
              <a:ext uri="{FF2B5EF4-FFF2-40B4-BE49-F238E27FC236}">
                <a16:creationId xmlns:a16="http://schemas.microsoft.com/office/drawing/2014/main" id="{3A8AE97F-B8C1-97BA-FA9A-A4E1E60DD0B9}"/>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 6: Six and Stones</a:t>
            </a:r>
            <a:r>
              <a:rPr lang="en-ZA" sz="1200">
                <a:solidFill>
                  <a:srgbClr val="333333"/>
                </a:solidFill>
                <a:latin typeface="Inter"/>
              </a:rPr>
              <a:t> </a:t>
            </a:r>
            <a:endParaRPr lang="en-US" sz="1200" b="0" i="0">
              <a:solidFill>
                <a:srgbClr val="333333"/>
              </a:solidFill>
              <a:effectLst/>
              <a:latin typeface="Inter"/>
            </a:endParaRPr>
          </a:p>
        </p:txBody>
      </p:sp>
      <p:pic>
        <p:nvPicPr>
          <p:cNvPr id="6" name="Graphic 5" descr="Stacked Rocks with solid fill">
            <a:extLst>
              <a:ext uri="{FF2B5EF4-FFF2-40B4-BE49-F238E27FC236}">
                <a16:creationId xmlns:a16="http://schemas.microsoft.com/office/drawing/2014/main" id="{740630B3-D4AF-C3AA-15C8-8301BC3114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293675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E3899A07-D988-E96F-D81D-DBED2563B5A3}"/>
              </a:ext>
            </a:extLst>
          </p:cNvPr>
          <p:cNvSpPr/>
          <p:nvPr/>
        </p:nvSpPr>
        <p:spPr>
          <a:xfrm>
            <a:off x="-34413" y="13597"/>
            <a:ext cx="12260826" cy="322121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c 2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17" name="TextBox 2">
            <a:extLst>
              <a:ext uri="{FF2B5EF4-FFF2-40B4-BE49-F238E27FC236}">
                <a16:creationId xmlns:a16="http://schemas.microsoft.com/office/drawing/2014/main" id="{21D3DFD9-EFFE-1DE5-F293-EE08DB287B27}"/>
              </a:ext>
            </a:extLst>
          </p:cNvPr>
          <p:cNvGraphicFramePr/>
          <p:nvPr>
            <p:extLst>
              <p:ext uri="{D42A27DB-BD31-4B8C-83A1-F6EECF244321}">
                <p14:modId xmlns:p14="http://schemas.microsoft.com/office/powerpoint/2010/main" val="1549673162"/>
              </p:ext>
            </p:extLst>
          </p:nvPr>
        </p:nvGraphicFramePr>
        <p:xfrm>
          <a:off x="2672863" y="1271757"/>
          <a:ext cx="6592006" cy="4900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937A839-D9D3-E43C-BFC0-0785AA9EF8A2}"/>
              </a:ext>
            </a:extLst>
          </p:cNvPr>
          <p:cNvSpPr txBox="1"/>
          <p:nvPr/>
        </p:nvSpPr>
        <p:spPr>
          <a:xfrm rot="16200000">
            <a:off x="-1207977" y="1822830"/>
            <a:ext cx="6096000" cy="523220"/>
          </a:xfrm>
          <a:prstGeom prst="rect">
            <a:avLst/>
          </a:prstGeom>
          <a:noFill/>
        </p:spPr>
        <p:txBody>
          <a:bodyPr wrap="square">
            <a:spAutoFit/>
          </a:bodyPr>
          <a:lstStyle/>
          <a:p>
            <a:r>
              <a:rPr lang="en-US" sz="2800" b="1" i="0" cap="all">
                <a:solidFill>
                  <a:srgbClr val="1E3A8A"/>
                </a:solidFill>
                <a:effectLst/>
                <a:latin typeface="+mj-lt"/>
              </a:rPr>
              <a:t>RECORD MANAGEMENT</a:t>
            </a:r>
            <a:endParaRPr lang="en-US" sz="2800">
              <a:latin typeface="+mj-lt"/>
            </a:endParaRPr>
          </a:p>
        </p:txBody>
      </p:sp>
      <p:sp>
        <p:nvSpPr>
          <p:cNvPr id="2" name="TextBox 1">
            <a:extLst>
              <a:ext uri="{FF2B5EF4-FFF2-40B4-BE49-F238E27FC236}">
                <a16:creationId xmlns:a16="http://schemas.microsoft.com/office/drawing/2014/main" id="{C3A28451-9735-B021-8055-7F3461E95456}"/>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3" name="TextBox 2">
            <a:extLst>
              <a:ext uri="{FF2B5EF4-FFF2-40B4-BE49-F238E27FC236}">
                <a16:creationId xmlns:a16="http://schemas.microsoft.com/office/drawing/2014/main" id="{13187FE9-B908-2231-FE42-6ABCDCC890FD}"/>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 6: Six and Stones</a:t>
            </a:r>
            <a:r>
              <a:rPr lang="en-ZA" sz="1200">
                <a:solidFill>
                  <a:srgbClr val="333333"/>
                </a:solidFill>
                <a:latin typeface="Inter"/>
              </a:rPr>
              <a:t> </a:t>
            </a:r>
            <a:endParaRPr lang="en-US" sz="1200" b="0" i="0">
              <a:solidFill>
                <a:srgbClr val="333333"/>
              </a:solidFill>
              <a:effectLst/>
              <a:latin typeface="Inter"/>
            </a:endParaRPr>
          </a:p>
        </p:txBody>
      </p:sp>
      <p:pic>
        <p:nvPicPr>
          <p:cNvPr id="18" name="Graphic 17" descr="Stacked Rocks with solid fill">
            <a:extLst>
              <a:ext uri="{FF2B5EF4-FFF2-40B4-BE49-F238E27FC236}">
                <a16:creationId xmlns:a16="http://schemas.microsoft.com/office/drawing/2014/main" id="{D65D4D24-98DE-C662-7239-244C0D1734E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1122751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Flowchart: Connector 5">
            <a:extLst>
              <a:ext uri="{FF2B5EF4-FFF2-40B4-BE49-F238E27FC236}">
                <a16:creationId xmlns:a16="http://schemas.microsoft.com/office/drawing/2014/main" id="{6E1543B3-6F8E-3653-0C06-F0CD7E2072D6}"/>
              </a:ext>
            </a:extLst>
          </p:cNvPr>
          <p:cNvSpPr/>
          <p:nvPr/>
        </p:nvSpPr>
        <p:spPr>
          <a:xfrm>
            <a:off x="6759678" y="1100067"/>
            <a:ext cx="6676103" cy="6666271"/>
          </a:xfrm>
          <a:prstGeom prst="flowChartConnector">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extBox 5">
            <a:extLst>
              <a:ext uri="{FF2B5EF4-FFF2-40B4-BE49-F238E27FC236}">
                <a16:creationId xmlns:a16="http://schemas.microsoft.com/office/drawing/2014/main" id="{14F7AF04-95E8-3CFA-6DD7-6071F3A68F58}"/>
              </a:ext>
            </a:extLst>
          </p:cNvPr>
          <p:cNvGraphicFramePr/>
          <p:nvPr>
            <p:extLst>
              <p:ext uri="{D42A27DB-BD31-4B8C-83A1-F6EECF244321}">
                <p14:modId xmlns:p14="http://schemas.microsoft.com/office/powerpoint/2010/main" val="32071100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4228F28-46A3-7FBD-A560-F57A3ACDAEAA}"/>
              </a:ext>
            </a:extLst>
          </p:cNvPr>
          <p:cNvSpPr txBox="1"/>
          <p:nvPr/>
        </p:nvSpPr>
        <p:spPr>
          <a:xfrm>
            <a:off x="838200" y="1039803"/>
            <a:ext cx="6096000" cy="1384995"/>
          </a:xfrm>
          <a:prstGeom prst="rect">
            <a:avLst/>
          </a:prstGeom>
          <a:noFill/>
        </p:spPr>
        <p:txBody>
          <a:bodyPr wrap="square">
            <a:spAutoFit/>
          </a:bodyPr>
          <a:lstStyle/>
          <a:p>
            <a:pPr algn="l">
              <a:buNone/>
            </a:pPr>
            <a:r>
              <a:rPr lang="en-US" sz="2800" b="1" cap="all">
                <a:solidFill>
                  <a:srgbClr val="1E293B"/>
                </a:solidFill>
                <a:latin typeface="+mj-lt"/>
              </a:rPr>
              <a:t>REPORT</a:t>
            </a:r>
            <a:r>
              <a:rPr lang="en-US" sz="2800" b="1" i="0" cap="all">
                <a:solidFill>
                  <a:srgbClr val="1E293B"/>
                </a:solidFill>
                <a:effectLst/>
                <a:latin typeface="+mj-lt"/>
              </a:rPr>
              <a:t> MANAGEMENT</a:t>
            </a:r>
          </a:p>
          <a:p>
            <a:pPr>
              <a:buNone/>
            </a:pPr>
            <a:br>
              <a:rPr lang="en-US" sz="2800" b="1" i="0">
                <a:solidFill>
                  <a:srgbClr val="FFFFFF"/>
                </a:solidFill>
                <a:effectLst/>
                <a:latin typeface="+mj-lt"/>
              </a:rPr>
            </a:br>
            <a:endParaRPr lang="en-US" sz="2800" b="1">
              <a:latin typeface="+mj-lt"/>
            </a:endParaRPr>
          </a:p>
        </p:txBody>
      </p:sp>
      <p:sp>
        <p:nvSpPr>
          <p:cNvPr id="7" name="TextBox 6">
            <a:extLst>
              <a:ext uri="{FF2B5EF4-FFF2-40B4-BE49-F238E27FC236}">
                <a16:creationId xmlns:a16="http://schemas.microsoft.com/office/drawing/2014/main" id="{09FD8EB7-40A5-DB5B-C680-A1A2627C9439}"/>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10" name="TextBox 9">
            <a:extLst>
              <a:ext uri="{FF2B5EF4-FFF2-40B4-BE49-F238E27FC236}">
                <a16:creationId xmlns:a16="http://schemas.microsoft.com/office/drawing/2014/main" id="{847438C3-8747-2546-BDAD-C95CF351FDBA}"/>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 6: Six and Stones</a:t>
            </a:r>
            <a:r>
              <a:rPr lang="en-ZA" sz="1200">
                <a:solidFill>
                  <a:srgbClr val="333333"/>
                </a:solidFill>
                <a:latin typeface="Inter"/>
              </a:rPr>
              <a:t> </a:t>
            </a:r>
            <a:endParaRPr lang="en-US" sz="1200" b="0" i="0">
              <a:solidFill>
                <a:srgbClr val="333333"/>
              </a:solidFill>
              <a:effectLst/>
              <a:latin typeface="Inter"/>
            </a:endParaRPr>
          </a:p>
        </p:txBody>
      </p:sp>
      <p:pic>
        <p:nvPicPr>
          <p:cNvPr id="311" name="Graphic 310" descr="Stacked Rocks with solid fill">
            <a:extLst>
              <a:ext uri="{FF2B5EF4-FFF2-40B4-BE49-F238E27FC236}">
                <a16:creationId xmlns:a16="http://schemas.microsoft.com/office/drawing/2014/main" id="{E23F370C-1CF1-32DB-9A6E-F2E596DA1F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74424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Isosceles Triangle 21">
            <a:extLst>
              <a:ext uri="{FF2B5EF4-FFF2-40B4-BE49-F238E27FC236}">
                <a16:creationId xmlns:a16="http://schemas.microsoft.com/office/drawing/2014/main" id="{3056689E-AC1A-D005-E09D-9EE6BA43E54C}"/>
              </a:ext>
            </a:extLst>
          </p:cNvPr>
          <p:cNvSpPr/>
          <p:nvPr/>
        </p:nvSpPr>
        <p:spPr>
          <a:xfrm rot="2451395">
            <a:off x="8553692" y="-507310"/>
            <a:ext cx="6662040" cy="5775767"/>
          </a:xfrm>
          <a:prstGeom prst="triangl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097315C2-B0A9-6AE2-C4FF-20A1313F3EAA}"/>
              </a:ext>
            </a:extLst>
          </p:cNvPr>
          <p:cNvSpPr/>
          <p:nvPr/>
        </p:nvSpPr>
        <p:spPr>
          <a:xfrm rot="17891876">
            <a:off x="7712028" y="-803978"/>
            <a:ext cx="4677043" cy="3760849"/>
          </a:xfrm>
          <a:prstGeom prs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AABD56A5-7777-9358-4440-A88E5A705487}"/>
              </a:ext>
            </a:extLst>
          </p:cNvPr>
          <p:cNvSpPr/>
          <p:nvPr/>
        </p:nvSpPr>
        <p:spPr>
          <a:xfrm>
            <a:off x="1036497" y="1076446"/>
            <a:ext cx="10931728" cy="4467828"/>
          </a:xfrm>
          <a:prstGeom prst="roundRect">
            <a:avLst>
              <a:gd name="adj" fmla="val 2070"/>
            </a:avLst>
          </a:prstGeom>
          <a:solidFill>
            <a:srgbClr val="C1E5F5">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rgbClr val="334155"/>
              </a:solidFill>
            </a:endParaRPr>
          </a:p>
        </p:txBody>
      </p:sp>
      <p:sp>
        <p:nvSpPr>
          <p:cNvPr id="5" name="Rectangle: Rounded Corners 4">
            <a:extLst>
              <a:ext uri="{FF2B5EF4-FFF2-40B4-BE49-F238E27FC236}">
                <a16:creationId xmlns:a16="http://schemas.microsoft.com/office/drawing/2014/main" id="{9F006B2C-CDB5-4208-7ACF-914C78D45A4F}"/>
              </a:ext>
            </a:extLst>
          </p:cNvPr>
          <p:cNvSpPr/>
          <p:nvPr/>
        </p:nvSpPr>
        <p:spPr>
          <a:xfrm>
            <a:off x="1881075" y="1945165"/>
            <a:ext cx="668594" cy="61943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a:t>1</a:t>
            </a:r>
            <a:endParaRPr lang="en-US" b="1"/>
          </a:p>
        </p:txBody>
      </p:sp>
      <p:sp>
        <p:nvSpPr>
          <p:cNvPr id="6" name="Rectangle: Rounded Corners 5">
            <a:extLst>
              <a:ext uri="{FF2B5EF4-FFF2-40B4-BE49-F238E27FC236}">
                <a16:creationId xmlns:a16="http://schemas.microsoft.com/office/drawing/2014/main" id="{D69CF3B8-D48B-6A56-34DE-907ACB8C9BA5}"/>
              </a:ext>
            </a:extLst>
          </p:cNvPr>
          <p:cNvSpPr/>
          <p:nvPr/>
        </p:nvSpPr>
        <p:spPr>
          <a:xfrm>
            <a:off x="5238354" y="1945165"/>
            <a:ext cx="668594" cy="61943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a:t>2</a:t>
            </a:r>
            <a:endParaRPr lang="en-US" b="1"/>
          </a:p>
        </p:txBody>
      </p:sp>
      <p:sp>
        <p:nvSpPr>
          <p:cNvPr id="7" name="Rectangle: Rounded Corners 6">
            <a:extLst>
              <a:ext uri="{FF2B5EF4-FFF2-40B4-BE49-F238E27FC236}">
                <a16:creationId xmlns:a16="http://schemas.microsoft.com/office/drawing/2014/main" id="{5F05FBBB-1B02-93AA-61BF-F770C170375C}"/>
              </a:ext>
            </a:extLst>
          </p:cNvPr>
          <p:cNvSpPr/>
          <p:nvPr/>
        </p:nvSpPr>
        <p:spPr>
          <a:xfrm>
            <a:off x="8742117" y="1950081"/>
            <a:ext cx="668594" cy="61943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a:t>3</a:t>
            </a:r>
            <a:endParaRPr lang="en-US" b="1"/>
          </a:p>
        </p:txBody>
      </p:sp>
      <p:sp>
        <p:nvSpPr>
          <p:cNvPr id="16" name="TextBox 15">
            <a:extLst>
              <a:ext uri="{FF2B5EF4-FFF2-40B4-BE49-F238E27FC236}">
                <a16:creationId xmlns:a16="http://schemas.microsoft.com/office/drawing/2014/main" id="{47EA3E00-545C-B999-7A05-A835C38A02D0}"/>
              </a:ext>
            </a:extLst>
          </p:cNvPr>
          <p:cNvSpPr txBox="1"/>
          <p:nvPr/>
        </p:nvSpPr>
        <p:spPr>
          <a:xfrm>
            <a:off x="1811625" y="2691922"/>
            <a:ext cx="2801074" cy="1877437"/>
          </a:xfrm>
          <a:prstGeom prst="rect">
            <a:avLst/>
          </a:prstGeom>
          <a:noFill/>
        </p:spPr>
        <p:txBody>
          <a:bodyPr wrap="square">
            <a:spAutoFit/>
          </a:bodyPr>
          <a:lstStyle/>
          <a:p>
            <a:pPr algn="l">
              <a:buNone/>
            </a:pPr>
            <a:r>
              <a:rPr lang="en-US" b="1" i="0" cap="all">
                <a:solidFill>
                  <a:srgbClr val="1E3A8A"/>
                </a:solidFill>
                <a:effectLst/>
                <a:latin typeface="Inter"/>
              </a:rPr>
              <a:t>Uptime &amp; Recovery</a:t>
            </a:r>
          </a:p>
          <a:p>
            <a:pPr algn="l">
              <a:buFont typeface="Arial" panose="020B0604020202020204" pitchFamily="34" charset="0"/>
              <a:buChar char="•"/>
            </a:pPr>
            <a:r>
              <a:rPr lang="en-US" sz="1400" b="0" i="0">
                <a:solidFill>
                  <a:srgbClr val="334155"/>
                </a:solidFill>
                <a:effectLst/>
              </a:rPr>
              <a:t>Maintain 98% annual system uptime to ensure continuous hospital operations.</a:t>
            </a:r>
          </a:p>
          <a:p>
            <a:pPr algn="l"/>
            <a:endParaRPr lang="en-US" sz="1400" b="0" i="0">
              <a:solidFill>
                <a:srgbClr val="334155"/>
              </a:solidFill>
              <a:effectLst/>
            </a:endParaRPr>
          </a:p>
          <a:p>
            <a:pPr algn="l">
              <a:buFont typeface="Arial" panose="020B0604020202020204" pitchFamily="34" charset="0"/>
              <a:buChar char="•"/>
            </a:pPr>
            <a:r>
              <a:rPr lang="en-US" sz="1400" b="0" i="0">
                <a:solidFill>
                  <a:srgbClr val="334155"/>
                </a:solidFill>
                <a:effectLst/>
              </a:rPr>
              <a:t>Implement automated backup procedures to recover from critical failures within 5 minutes.</a:t>
            </a:r>
          </a:p>
        </p:txBody>
      </p:sp>
      <p:sp>
        <p:nvSpPr>
          <p:cNvPr id="19" name="TextBox 18">
            <a:extLst>
              <a:ext uri="{FF2B5EF4-FFF2-40B4-BE49-F238E27FC236}">
                <a16:creationId xmlns:a16="http://schemas.microsoft.com/office/drawing/2014/main" id="{4B462F90-07C9-C17F-B98A-7BCACF362F9A}"/>
              </a:ext>
            </a:extLst>
          </p:cNvPr>
          <p:cNvSpPr txBox="1"/>
          <p:nvPr/>
        </p:nvSpPr>
        <p:spPr>
          <a:xfrm>
            <a:off x="5121798" y="2680346"/>
            <a:ext cx="3078401" cy="1508105"/>
          </a:xfrm>
          <a:prstGeom prst="rect">
            <a:avLst/>
          </a:prstGeom>
          <a:noFill/>
        </p:spPr>
        <p:txBody>
          <a:bodyPr wrap="square">
            <a:spAutoFit/>
          </a:bodyPr>
          <a:lstStyle/>
          <a:p>
            <a:r>
              <a:rPr lang="en-US" b="1" cap="all">
                <a:solidFill>
                  <a:srgbClr val="1E3A8A"/>
                </a:solidFill>
                <a:latin typeface="Inter"/>
              </a:rPr>
              <a:t>Performance &amp; Availability</a:t>
            </a:r>
          </a:p>
          <a:p>
            <a:pPr>
              <a:buFont typeface="Arial" panose="020B0604020202020204" pitchFamily="34" charset="0"/>
              <a:buChar char="•"/>
            </a:pPr>
            <a:r>
              <a:rPr lang="en-US" sz="1400">
                <a:solidFill>
                  <a:srgbClr val="334155"/>
                </a:solidFill>
              </a:rPr>
              <a:t>Ensure real-time system-wide access for admissions staff and billing inquiries.</a:t>
            </a:r>
          </a:p>
          <a:p>
            <a:endParaRPr lang="en-US" sz="1400">
              <a:solidFill>
                <a:srgbClr val="334155"/>
              </a:solidFill>
            </a:endParaRPr>
          </a:p>
        </p:txBody>
      </p:sp>
      <p:sp>
        <p:nvSpPr>
          <p:cNvPr id="21" name="TextBox 20">
            <a:extLst>
              <a:ext uri="{FF2B5EF4-FFF2-40B4-BE49-F238E27FC236}">
                <a16:creationId xmlns:a16="http://schemas.microsoft.com/office/drawing/2014/main" id="{2537C9C3-AB78-C46B-367D-7DA08175112F}"/>
              </a:ext>
            </a:extLst>
          </p:cNvPr>
          <p:cNvSpPr txBox="1"/>
          <p:nvPr/>
        </p:nvSpPr>
        <p:spPr>
          <a:xfrm>
            <a:off x="8646749" y="2680345"/>
            <a:ext cx="3078401" cy="1877437"/>
          </a:xfrm>
          <a:prstGeom prst="rect">
            <a:avLst/>
          </a:prstGeom>
          <a:noFill/>
        </p:spPr>
        <p:txBody>
          <a:bodyPr wrap="square">
            <a:spAutoFit/>
          </a:bodyPr>
          <a:lstStyle/>
          <a:p>
            <a:pPr algn="l">
              <a:buNone/>
            </a:pPr>
            <a:r>
              <a:rPr lang="en-US" b="1" i="0" cap="all">
                <a:solidFill>
                  <a:srgbClr val="1E3A8A"/>
                </a:solidFill>
                <a:effectLst/>
                <a:latin typeface="Inter"/>
              </a:rPr>
              <a:t>Scalability &amp; Config</a:t>
            </a:r>
          </a:p>
          <a:p>
            <a:pPr algn="l">
              <a:buFont typeface="Arial" panose="020B0604020202020204" pitchFamily="34" charset="0"/>
              <a:buChar char="•"/>
            </a:pPr>
            <a:r>
              <a:rPr lang="en-US" sz="1400" b="0" i="0">
                <a:solidFill>
                  <a:srgbClr val="334155"/>
                </a:solidFill>
                <a:effectLst/>
              </a:rPr>
              <a:t>Support infrastructure expansion from 100 to 200 beds without major architectural redesign.</a:t>
            </a:r>
          </a:p>
          <a:p>
            <a:pPr algn="l"/>
            <a:endParaRPr lang="en-US" sz="1400" b="0" i="0">
              <a:solidFill>
                <a:srgbClr val="334155"/>
              </a:solidFill>
              <a:effectLst/>
            </a:endParaRPr>
          </a:p>
          <a:p>
            <a:pPr algn="l">
              <a:buFont typeface="Arial" panose="020B0604020202020204" pitchFamily="34" charset="0"/>
              <a:buChar char="•"/>
            </a:pPr>
            <a:r>
              <a:rPr lang="en-US" sz="1400" b="0" i="0">
                <a:solidFill>
                  <a:srgbClr val="334155"/>
                </a:solidFill>
                <a:effectLst/>
              </a:rPr>
              <a:t>Enable administrators to update cost center definitions dynamically without system downtime.</a:t>
            </a:r>
          </a:p>
        </p:txBody>
      </p:sp>
      <p:sp>
        <p:nvSpPr>
          <p:cNvPr id="25" name="TextBox 24">
            <a:extLst>
              <a:ext uri="{FF2B5EF4-FFF2-40B4-BE49-F238E27FC236}">
                <a16:creationId xmlns:a16="http://schemas.microsoft.com/office/drawing/2014/main" id="{9699B040-EF4B-FE82-7ADE-74B66E6040AA}"/>
              </a:ext>
            </a:extLst>
          </p:cNvPr>
          <p:cNvSpPr txBox="1"/>
          <p:nvPr/>
        </p:nvSpPr>
        <p:spPr>
          <a:xfrm>
            <a:off x="1036497" y="426861"/>
            <a:ext cx="6886936" cy="523220"/>
          </a:xfrm>
          <a:prstGeom prst="rect">
            <a:avLst/>
          </a:prstGeom>
          <a:noFill/>
        </p:spPr>
        <p:txBody>
          <a:bodyPr wrap="square">
            <a:spAutoFit/>
          </a:bodyPr>
          <a:lstStyle/>
          <a:p>
            <a:r>
              <a:rPr lang="en-US" sz="2800" b="1">
                <a:latin typeface="+mj-lt"/>
              </a:rPr>
              <a:t>PERFORMANCE &amp; SCALABILITY</a:t>
            </a:r>
          </a:p>
        </p:txBody>
      </p:sp>
      <p:sp>
        <p:nvSpPr>
          <p:cNvPr id="26" name="TextBox 25">
            <a:extLst>
              <a:ext uri="{FF2B5EF4-FFF2-40B4-BE49-F238E27FC236}">
                <a16:creationId xmlns:a16="http://schemas.microsoft.com/office/drawing/2014/main" id="{D8089363-97E2-E61B-B7C4-1E0B7D90DFF1}"/>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27" name="TextBox 26">
            <a:extLst>
              <a:ext uri="{FF2B5EF4-FFF2-40B4-BE49-F238E27FC236}">
                <a16:creationId xmlns:a16="http://schemas.microsoft.com/office/drawing/2014/main" id="{64FDBAAB-D3F6-56B7-A8BD-BB99E1D617E6}"/>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 6: Six and Stones</a:t>
            </a:r>
            <a:r>
              <a:rPr lang="en-ZA" sz="1200">
                <a:solidFill>
                  <a:srgbClr val="333333"/>
                </a:solidFill>
                <a:latin typeface="Inter"/>
              </a:rPr>
              <a:t> </a:t>
            </a:r>
            <a:endParaRPr lang="en-US" sz="1200" b="0" i="0">
              <a:solidFill>
                <a:srgbClr val="333333"/>
              </a:solidFill>
              <a:effectLst/>
              <a:latin typeface="Inter"/>
            </a:endParaRPr>
          </a:p>
        </p:txBody>
      </p:sp>
      <p:pic>
        <p:nvPicPr>
          <p:cNvPr id="8" name="Graphic 7" descr="Stacked Rocks with solid fill">
            <a:extLst>
              <a:ext uri="{FF2B5EF4-FFF2-40B4-BE49-F238E27FC236}">
                <a16:creationId xmlns:a16="http://schemas.microsoft.com/office/drawing/2014/main" id="{0AAEA3A3-1CE6-B3FF-F4BF-56341B87A6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2530760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2C362E-29AD-659E-CF06-E0C004C29397}"/>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chemeClr val="accent4">
              <a:lumMod val="7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3">
            <a:extLst>
              <a:ext uri="{FF2B5EF4-FFF2-40B4-BE49-F238E27FC236}">
                <a16:creationId xmlns:a16="http://schemas.microsoft.com/office/drawing/2014/main" id="{1C8981B2-7D9A-8757-373D-8AB6AE6C2A69}"/>
              </a:ext>
            </a:extLst>
          </p:cNvPr>
          <p:cNvSpPr>
            <a:spLocks noGrp="1"/>
          </p:cNvSpPr>
          <p:nvPr>
            <p:ph type="title"/>
          </p:nvPr>
        </p:nvSpPr>
        <p:spPr>
          <a:xfrm>
            <a:off x="838200" y="1412488"/>
            <a:ext cx="2899189" cy="1829191"/>
          </a:xfrm>
        </p:spPr>
        <p:txBody>
          <a:bodyPr anchor="t">
            <a:normAutofit fontScale="90000"/>
          </a:bodyPr>
          <a:lstStyle/>
          <a:p>
            <a:r>
              <a:rPr lang="en-US" sz="2000">
                <a:solidFill>
                  <a:schemeClr val="bg1"/>
                </a:solidFill>
                <a:latin typeface="Calisto MT"/>
              </a:rPr>
              <a:t>Transaction &amp; Concurrency Control in the LRCH Database</a:t>
            </a:r>
          </a:p>
          <a:p>
            <a:br>
              <a:rPr lang="en-US" sz="4000">
                <a:solidFill>
                  <a:srgbClr val="FFFFFF"/>
                </a:solidFill>
              </a:rPr>
            </a:br>
            <a:br>
              <a:rPr lang="en-US" sz="4000">
                <a:solidFill>
                  <a:srgbClr val="FFFFFF"/>
                </a:solidFill>
              </a:rPr>
            </a:br>
            <a:endParaRPr lang="en-US" sz="4000">
              <a:solidFill>
                <a:srgbClr val="FFFFFF"/>
              </a:solidFill>
            </a:endParaRPr>
          </a:p>
        </p:txBody>
      </p:sp>
      <p:sp>
        <p:nvSpPr>
          <p:cNvPr id="17" name="Content Placeholder 16">
            <a:extLst>
              <a:ext uri="{FF2B5EF4-FFF2-40B4-BE49-F238E27FC236}">
                <a16:creationId xmlns:a16="http://schemas.microsoft.com/office/drawing/2014/main" id="{AC46AF59-B949-6FD6-34F6-F60E8201EB56}"/>
              </a:ext>
            </a:extLst>
          </p:cNvPr>
          <p:cNvSpPr>
            <a:spLocks noGrp="1"/>
          </p:cNvSpPr>
          <p:nvPr>
            <p:ph sz="half" idx="1"/>
          </p:nvPr>
        </p:nvSpPr>
        <p:spPr>
          <a:xfrm>
            <a:off x="4380855" y="840989"/>
            <a:ext cx="3427283" cy="4935344"/>
          </a:xfrm>
          <a:solidFill>
            <a:schemeClr val="accent2">
              <a:lumMod val="20000"/>
              <a:lumOff val="80000"/>
            </a:schemeClr>
          </a:solidFill>
        </p:spPr>
        <p:txBody>
          <a:bodyPr vert="horz" lIns="91440" tIns="45720" rIns="91440" bIns="45720" rtlCol="0" anchor="t">
            <a:normAutofit lnSpcReduction="10000"/>
          </a:bodyPr>
          <a:lstStyle/>
          <a:p>
            <a:pPr marL="0" indent="0">
              <a:buNone/>
            </a:pPr>
            <a:endParaRPr lang="en-US" sz="1400" b="1">
              <a:latin typeface="Calibri"/>
              <a:ea typeface="+mn-lt"/>
              <a:cs typeface="+mn-lt"/>
            </a:endParaRPr>
          </a:p>
          <a:p>
            <a:pPr marL="0" indent="0">
              <a:buNone/>
            </a:pPr>
            <a:r>
              <a:rPr lang="en-US" sz="1400" b="1">
                <a:latin typeface="Calibri"/>
                <a:ea typeface="+mn-lt"/>
                <a:cs typeface="+mn-lt"/>
              </a:rPr>
              <a:t>Room &amp; Bed Allocation</a:t>
            </a:r>
            <a:endParaRPr lang="en-US">
              <a:latin typeface="Calibri"/>
              <a:ea typeface="+mn-lt"/>
              <a:cs typeface="+mn-lt"/>
            </a:endParaRPr>
          </a:p>
          <a:p>
            <a:pPr marL="0" indent="0">
              <a:buNone/>
            </a:pPr>
            <a:r>
              <a:rPr lang="en-US" sz="1400">
                <a:latin typeface="Calibri"/>
                <a:ea typeface="+mn-lt"/>
                <a:cs typeface="+mn-lt"/>
              </a:rPr>
              <a:t>Checks current bookings before adding a new one, so only one booking goes through and conflicts are avoided.</a:t>
            </a:r>
          </a:p>
          <a:p>
            <a:pPr marL="0" indent="0">
              <a:buNone/>
            </a:pPr>
            <a:endParaRPr lang="en-US" sz="1400">
              <a:latin typeface="Calibri"/>
              <a:ea typeface="+mn-lt"/>
              <a:cs typeface="+mn-lt"/>
            </a:endParaRPr>
          </a:p>
          <a:p>
            <a:pPr marL="0" indent="0">
              <a:buNone/>
            </a:pPr>
            <a:r>
              <a:rPr lang="en-US" sz="1400" b="1">
                <a:latin typeface="Calibri"/>
                <a:ea typeface="+mn-lt"/>
                <a:cs typeface="+mn-lt"/>
              </a:rPr>
              <a:t>Type (Shared Locks)</a:t>
            </a:r>
            <a:endParaRPr lang="en-US" b="1">
              <a:latin typeface="Calibri"/>
            </a:endParaRPr>
          </a:p>
          <a:p>
            <a:pPr>
              <a:buFont typeface="Arial"/>
              <a:buChar char="•"/>
            </a:pPr>
            <a:r>
              <a:rPr lang="en-US" sz="1400">
                <a:latin typeface="Calibri"/>
                <a:ea typeface="+mn-lt"/>
                <a:cs typeface="+mn-lt"/>
              </a:rPr>
              <a:t>Used when multiple staff check room or bed availability, allowing multiple users to read the same data while blocking changes, so everyone sees accurate, up‑to‑date information even during periods of high activity</a:t>
            </a:r>
            <a:endParaRPr lang="en-US" sz="1400">
              <a:latin typeface="Calibri"/>
            </a:endParaRPr>
          </a:p>
          <a:p>
            <a:pPr marL="0" indent="0">
              <a:buNone/>
            </a:pPr>
            <a:endParaRPr lang="en-US" sz="1400" b="1">
              <a:latin typeface="Calibri"/>
              <a:ea typeface="Calibri"/>
              <a:cs typeface="Calibri"/>
            </a:endParaRPr>
          </a:p>
          <a:p>
            <a:pPr marL="0" indent="0">
              <a:buNone/>
            </a:pPr>
            <a:r>
              <a:rPr lang="en-US" sz="1400" b="1">
                <a:ea typeface="+mn-lt"/>
                <a:cs typeface="+mn-lt"/>
              </a:rPr>
              <a:t>Level (Row-Level Locks)</a:t>
            </a:r>
            <a:endParaRPr lang="en-US" b="1"/>
          </a:p>
          <a:p>
            <a:pPr>
              <a:buFont typeface="Arial,Sans-Serif"/>
              <a:buChar char="•"/>
            </a:pPr>
            <a:r>
              <a:rPr lang="en-US" sz="1400">
                <a:latin typeface="Calibri"/>
                <a:ea typeface="+mn-lt"/>
                <a:cs typeface="+mn-lt"/>
              </a:rPr>
              <a:t>Applied when inserting or updating a booking, restricting changes to the specific room or bed record to prevent double-booking while keeping the system responsive by allowing other bookings to proceed in parallel.</a:t>
            </a:r>
            <a:endParaRPr lang="en-US" sz="1400">
              <a:latin typeface="Calibri"/>
              <a:ea typeface="Calibri"/>
              <a:cs typeface="Calibri"/>
            </a:endParaRPr>
          </a:p>
          <a:p>
            <a:pPr marL="0" indent="0">
              <a:buNone/>
            </a:pPr>
            <a:endParaRPr lang="en-US" sz="1400">
              <a:latin typeface="Aptos"/>
              <a:ea typeface="Calibri"/>
              <a:cs typeface="Calibri"/>
            </a:endParaRPr>
          </a:p>
          <a:p>
            <a:pPr marL="0" indent="0">
              <a:buNone/>
            </a:pPr>
            <a:endParaRPr lang="en-US" sz="1400">
              <a:latin typeface="Calibri"/>
              <a:ea typeface="Calibri"/>
              <a:cs typeface="Calibri"/>
            </a:endParaRPr>
          </a:p>
          <a:p>
            <a:pPr marL="0" indent="0">
              <a:buNone/>
            </a:pPr>
            <a:endParaRPr lang="en-US" sz="1400" b="1">
              <a:latin typeface="Aptos"/>
              <a:ea typeface="Calibri"/>
              <a:cs typeface="Calibri"/>
            </a:endParaRPr>
          </a:p>
          <a:p>
            <a:pPr marL="0" indent="0">
              <a:buNone/>
            </a:pPr>
            <a:endParaRPr lang="en-US" sz="1400" b="1">
              <a:latin typeface="Calibri"/>
              <a:ea typeface="Calibri"/>
              <a:cs typeface="Calibri"/>
            </a:endParaRPr>
          </a:p>
          <a:p>
            <a:pPr>
              <a:buNone/>
            </a:pPr>
            <a:endParaRPr lang="en-US" sz="1400" b="1">
              <a:latin typeface="Aptos" panose="02110004020202020204"/>
              <a:ea typeface="Calibri"/>
              <a:cs typeface="Calibri"/>
            </a:endParaRPr>
          </a:p>
          <a:p>
            <a:pPr marL="0" indent="0">
              <a:buNone/>
            </a:pPr>
            <a:endParaRPr lang="en-US" sz="1400" b="1">
              <a:latin typeface="Calibri"/>
              <a:ea typeface="Calibri"/>
              <a:cs typeface="Calibri"/>
            </a:endParaRPr>
          </a:p>
          <a:p>
            <a:pPr marL="0" indent="0">
              <a:buNone/>
            </a:pPr>
            <a:endParaRPr lang="en-US" sz="1400">
              <a:latin typeface="Calibri"/>
              <a:ea typeface="Calibri"/>
              <a:cs typeface="Calibri"/>
            </a:endParaRPr>
          </a:p>
        </p:txBody>
      </p:sp>
      <p:cxnSp>
        <p:nvCxnSpPr>
          <p:cNvPr id="28" name="Straight Connector 27">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CC6EAFE8-9692-E23B-CD5B-861418EB8361}"/>
              </a:ext>
            </a:extLst>
          </p:cNvPr>
          <p:cNvSpPr>
            <a:spLocks noGrp="1"/>
          </p:cNvSpPr>
          <p:nvPr>
            <p:ph sz="half" idx="2"/>
          </p:nvPr>
        </p:nvSpPr>
        <p:spPr>
          <a:xfrm>
            <a:off x="8451604" y="840989"/>
            <a:ext cx="3197701" cy="4935344"/>
          </a:xfrm>
          <a:solidFill>
            <a:schemeClr val="bg2"/>
          </a:solidFill>
        </p:spPr>
        <p:txBody>
          <a:bodyPr vert="horz" lIns="91440" tIns="45720" rIns="91440" bIns="45720" rtlCol="0" anchor="t">
            <a:normAutofit lnSpcReduction="10000"/>
          </a:bodyPr>
          <a:lstStyle/>
          <a:p>
            <a:pPr marL="0" indent="0">
              <a:buNone/>
            </a:pPr>
            <a:endParaRPr lang="en-US" sz="1400" b="1"/>
          </a:p>
          <a:p>
            <a:pPr marL="0" indent="0">
              <a:buNone/>
            </a:pPr>
            <a:r>
              <a:rPr lang="en-US" sz="1400" b="1">
                <a:latin typeface="Calibri"/>
                <a:ea typeface="Calibri"/>
                <a:cs typeface="Calibri"/>
              </a:rPr>
              <a:t>Patient Actions &amp; History Updates</a:t>
            </a:r>
            <a:endParaRPr lang="en-US" sz="1400">
              <a:latin typeface="Calibri"/>
              <a:ea typeface="Calibri"/>
              <a:cs typeface="Calibri"/>
            </a:endParaRPr>
          </a:p>
          <a:p>
            <a:pPr marL="0" indent="0">
              <a:buNone/>
            </a:pPr>
            <a:r>
              <a:rPr lang="en-US" sz="1400">
                <a:latin typeface="Calibri"/>
                <a:ea typeface="Calibri"/>
                <a:cs typeface="Calibri"/>
              </a:rPr>
              <a:t>Controls how updates happen so only one update is processed at a time, keeping the patient's history correct.</a:t>
            </a:r>
            <a:endParaRPr lang="en-US"/>
          </a:p>
          <a:p>
            <a:pPr marL="0" indent="0">
              <a:buNone/>
            </a:pPr>
            <a:endParaRPr lang="en-US" sz="1400">
              <a:latin typeface="Calibri"/>
              <a:ea typeface="Calibri"/>
              <a:cs typeface="Calibri"/>
            </a:endParaRPr>
          </a:p>
          <a:p>
            <a:pPr marL="0" indent="0">
              <a:buNone/>
            </a:pPr>
            <a:r>
              <a:rPr lang="en-US" sz="1400" b="1">
                <a:latin typeface="Calibri"/>
                <a:ea typeface="Calibri"/>
                <a:cs typeface="Calibri"/>
              </a:rPr>
              <a:t>Type (Shared Locks)</a:t>
            </a:r>
            <a:endParaRPr lang="en-US" sz="1400">
              <a:latin typeface="Calibri"/>
              <a:ea typeface="Calibri"/>
              <a:cs typeface="Calibri"/>
            </a:endParaRPr>
          </a:p>
          <a:p>
            <a:pPr>
              <a:buFont typeface="Arial,Sans-Serif"/>
              <a:buChar char="•"/>
            </a:pPr>
            <a:r>
              <a:rPr lang="en-US" sz="1400">
                <a:latin typeface="Calibri"/>
                <a:ea typeface="+mn-lt"/>
                <a:cs typeface="+mn-lt"/>
              </a:rPr>
              <a:t>Used when viewing a patient’s history, allowing safe, simultaneous reads while blocking changes so staff always see consistent and complete information.</a:t>
            </a:r>
            <a:endParaRPr lang="en-US">
              <a:latin typeface="Calibri"/>
            </a:endParaRPr>
          </a:p>
          <a:p>
            <a:pPr marL="0" indent="0">
              <a:buNone/>
            </a:pPr>
            <a:endParaRPr lang="en-US" sz="1400">
              <a:latin typeface="Calibri"/>
              <a:ea typeface="Calibri"/>
              <a:cs typeface="Calibri"/>
            </a:endParaRPr>
          </a:p>
          <a:p>
            <a:pPr marL="0" indent="0">
              <a:buNone/>
            </a:pPr>
            <a:r>
              <a:rPr lang="en-US" sz="1400" b="1">
                <a:latin typeface="Calibri"/>
                <a:ea typeface="Calibri"/>
                <a:cs typeface="Calibri"/>
              </a:rPr>
              <a:t>Level (Row-Level Locks)</a:t>
            </a:r>
            <a:endParaRPr lang="en-US" sz="1400">
              <a:latin typeface="Calibri"/>
              <a:ea typeface="Calibri"/>
              <a:cs typeface="Calibri"/>
            </a:endParaRPr>
          </a:p>
          <a:p>
            <a:pPr>
              <a:buFont typeface="Arial,Sans-Serif"/>
              <a:buChar char="•"/>
            </a:pPr>
            <a:r>
              <a:rPr lang="en-US" sz="1400">
                <a:ea typeface="+mn-lt"/>
                <a:cs typeface="+mn-lt"/>
              </a:rPr>
              <a:t>Applied when adding or updating a patient history entry, preventing multiple staff from editing the same record simultaneously and ensuring accurate, chronological logs for treatments, billing, and patient actions</a:t>
            </a:r>
            <a:endParaRPr lang="en-US" sz="1400">
              <a:latin typeface="Calibri"/>
              <a:ea typeface="Calibri"/>
              <a:cs typeface="Calibri"/>
            </a:endParaRPr>
          </a:p>
          <a:p>
            <a:pPr marL="0" indent="0">
              <a:buNone/>
            </a:pPr>
            <a:endParaRPr lang="en-US" sz="1400">
              <a:latin typeface="Calibri"/>
              <a:ea typeface="Calibri"/>
              <a:cs typeface="Calibri"/>
            </a:endParaRPr>
          </a:p>
          <a:p>
            <a:pPr marL="0" indent="0">
              <a:buNone/>
            </a:pPr>
            <a:endParaRPr lang="en-US" sz="1400" b="1">
              <a:latin typeface="Aptos"/>
              <a:ea typeface="Calibri"/>
              <a:cs typeface="Calibri"/>
            </a:endParaRPr>
          </a:p>
          <a:p>
            <a:pPr marL="0" indent="0">
              <a:buNone/>
            </a:pPr>
            <a:endParaRPr lang="en-US" sz="1400">
              <a:latin typeface="Calibri"/>
              <a:ea typeface="Calibri"/>
              <a:cs typeface="Calibri"/>
            </a:endParaRPr>
          </a:p>
          <a:p>
            <a:pPr marL="0" indent="0">
              <a:buNone/>
            </a:pPr>
            <a:endParaRPr lang="en-US" sz="1400" b="1">
              <a:latin typeface="Calibri"/>
              <a:ea typeface="Calibri"/>
              <a:cs typeface="Calibri"/>
            </a:endParaRPr>
          </a:p>
          <a:p>
            <a:pPr marL="0" indent="0">
              <a:buNone/>
            </a:pPr>
            <a:endParaRPr lang="en-US" sz="1400" b="1"/>
          </a:p>
          <a:p>
            <a:pPr marL="0" indent="0">
              <a:buNone/>
            </a:pPr>
            <a:endParaRPr lang="en-US" sz="1400" b="1"/>
          </a:p>
        </p:txBody>
      </p:sp>
      <p:sp>
        <p:nvSpPr>
          <p:cNvPr id="25" name="TextBox 24">
            <a:extLst>
              <a:ext uri="{FF2B5EF4-FFF2-40B4-BE49-F238E27FC236}">
                <a16:creationId xmlns:a16="http://schemas.microsoft.com/office/drawing/2014/main" id="{37267F71-E449-82C0-3BE6-093F556407E4}"/>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27" name="TextBox 26">
            <a:extLst>
              <a:ext uri="{FF2B5EF4-FFF2-40B4-BE49-F238E27FC236}">
                <a16:creationId xmlns:a16="http://schemas.microsoft.com/office/drawing/2014/main" id="{FCF3A55E-86DE-BD9B-0917-FE18812BDE4E}"/>
              </a:ext>
            </a:extLst>
          </p:cNvPr>
          <p:cNvSpPr txBox="1"/>
          <p:nvPr/>
        </p:nvSpPr>
        <p:spPr>
          <a:xfrm>
            <a:off x="618378" y="6382464"/>
            <a:ext cx="2429622" cy="276999"/>
          </a:xfrm>
          <a:prstGeom prst="rect">
            <a:avLst/>
          </a:prstGeom>
          <a:noFill/>
        </p:spPr>
        <p:txBody>
          <a:bodyPr wrap="square" lIns="91440" tIns="45720" rIns="91440" bIns="45720" anchor="t">
            <a:spAutoFit/>
          </a:bodyPr>
          <a:lstStyle/>
          <a:p>
            <a:r>
              <a:rPr lang="en-ZA" sz="1200" b="0" i="0">
                <a:solidFill>
                  <a:srgbClr val="333333"/>
                </a:solidFill>
                <a:effectLst/>
                <a:latin typeface="Inter"/>
              </a:rPr>
              <a:t>Group</a:t>
            </a:r>
            <a:r>
              <a:rPr lang="en-ZA" sz="1200">
                <a:solidFill>
                  <a:srgbClr val="333333"/>
                </a:solidFill>
                <a:latin typeface="Inter"/>
              </a:rPr>
              <a:t> </a:t>
            </a:r>
            <a:r>
              <a:rPr lang="en-ZA" sz="1200" b="0" i="0">
                <a:solidFill>
                  <a:srgbClr val="333333"/>
                </a:solidFill>
                <a:effectLst/>
                <a:latin typeface="Inter"/>
              </a:rPr>
              <a:t>6: Six and Stones</a:t>
            </a:r>
            <a:endParaRPr lang="en-US" sz="1200" b="0" i="0">
              <a:solidFill>
                <a:srgbClr val="333333"/>
              </a:solidFill>
              <a:effectLst/>
              <a:latin typeface="Inter"/>
            </a:endParaRPr>
          </a:p>
        </p:txBody>
      </p:sp>
      <p:graphicFrame>
        <p:nvGraphicFramePr>
          <p:cNvPr id="31" name="Diagram 30">
            <a:extLst>
              <a:ext uri="{FF2B5EF4-FFF2-40B4-BE49-F238E27FC236}">
                <a16:creationId xmlns:a16="http://schemas.microsoft.com/office/drawing/2014/main" id="{66C8E4DC-CB04-1653-1E83-E77171BEEF51}"/>
              </a:ext>
            </a:extLst>
          </p:cNvPr>
          <p:cNvGraphicFramePr/>
          <p:nvPr>
            <p:extLst>
              <p:ext uri="{D42A27DB-BD31-4B8C-83A1-F6EECF244321}">
                <p14:modId xmlns:p14="http://schemas.microsoft.com/office/powerpoint/2010/main" val="1578779935"/>
              </p:ext>
            </p:extLst>
          </p:nvPr>
        </p:nvGraphicFramePr>
        <p:xfrm>
          <a:off x="360948" y="3132218"/>
          <a:ext cx="3376863" cy="2646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87" name="Graphic 886" descr="Stacked Rocks with solid fill">
            <a:extLst>
              <a:ext uri="{FF2B5EF4-FFF2-40B4-BE49-F238E27FC236}">
                <a16:creationId xmlns:a16="http://schemas.microsoft.com/office/drawing/2014/main" id="{8866E013-6C85-D825-CCAA-5A13A70279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4069730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C6DD3D-F547-0AEC-40D2-E13E009E70A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schemeClr>
          </a:solidFill>
          <a:ln w="127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bg2">
              <a:lumMod val="9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accent2">
              <a:lumMod val="40000"/>
              <a:lumOff val="6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0BBA2-1A38-C91B-709D-E1DFBEC9177F}"/>
              </a:ext>
            </a:extLst>
          </p:cNvPr>
          <p:cNvSpPr>
            <a:spLocks noGrp="1"/>
          </p:cNvSpPr>
          <p:nvPr>
            <p:ph type="ctrTitle"/>
          </p:nvPr>
        </p:nvSpPr>
        <p:spPr>
          <a:xfrm>
            <a:off x="3525253" y="2208844"/>
            <a:ext cx="5388973" cy="2029624"/>
          </a:xfrm>
        </p:spPr>
        <p:txBody>
          <a:bodyPr>
            <a:normAutofit fontScale="90000"/>
          </a:bodyPr>
          <a:lstStyle/>
          <a:p>
            <a:pPr algn="l"/>
            <a:r>
              <a:rPr lang="en-US" sz="1400">
                <a:solidFill>
                  <a:schemeClr val="tx1">
                    <a:lumMod val="65000"/>
                    <a:lumOff val="35000"/>
                  </a:schemeClr>
                </a:solidFill>
                <a:latin typeface="Calibri"/>
                <a:ea typeface="+mj-lt"/>
                <a:cs typeface="+mj-lt"/>
              </a:rPr>
              <a:t>The LRCH database system provides a secure and organized way to manage patient records, bookings, treatments, items, staff activity, and billing. Its structure ensures that all hospital data is connected, accurate, and available in real time, replacing the delays and errors of paper-based processes.</a:t>
            </a:r>
            <a:br>
              <a:rPr lang="en-US" sz="1400">
                <a:solidFill>
                  <a:schemeClr val="tx1">
                    <a:lumMod val="65000"/>
                    <a:lumOff val="35000"/>
                  </a:schemeClr>
                </a:solidFill>
                <a:latin typeface="Calibri"/>
                <a:ea typeface="+mj-lt"/>
                <a:cs typeface="+mj-lt"/>
              </a:rPr>
            </a:br>
            <a:br>
              <a:rPr lang="en-US" sz="1400">
                <a:latin typeface="Calibri"/>
                <a:ea typeface="+mj-lt"/>
                <a:cs typeface="+mj-lt"/>
              </a:rPr>
            </a:br>
            <a:r>
              <a:rPr lang="en-US" sz="1400">
                <a:solidFill>
                  <a:schemeClr val="tx1">
                    <a:lumMod val="65000"/>
                    <a:lumOff val="35000"/>
                  </a:schemeClr>
                </a:solidFill>
                <a:latin typeface="Calibri"/>
                <a:ea typeface="+mj-lt"/>
                <a:cs typeface="+mj-lt"/>
              </a:rPr>
              <a:t>Through strong transaction and concurrency control, the system prevents conflicts such as double-booking, duplicate charges, and incomplete updates. This keeps information consistent and reliable across all departments. Overall, the database fulfills LRCH’s mission by improving efficiency, supporting better patient care, and creating a dependable foundation for future hospital operations.</a:t>
            </a:r>
            <a:endParaRPr lang="en-US" sz="1400">
              <a:solidFill>
                <a:schemeClr val="tx1">
                  <a:lumMod val="65000"/>
                  <a:lumOff val="35000"/>
                </a:schemeClr>
              </a:solidFill>
              <a:latin typeface="Calibri"/>
              <a:ea typeface="Calibri"/>
              <a:cs typeface="Calibri"/>
            </a:endParaRPr>
          </a:p>
        </p:txBody>
      </p:sp>
      <p:sp>
        <p:nvSpPr>
          <p:cNvPr id="3" name="Subtitle 2">
            <a:extLst>
              <a:ext uri="{FF2B5EF4-FFF2-40B4-BE49-F238E27FC236}">
                <a16:creationId xmlns:a16="http://schemas.microsoft.com/office/drawing/2014/main" id="{8C1D3EEB-882E-4476-901E-138EDFE8C2DA}"/>
              </a:ext>
            </a:extLst>
          </p:cNvPr>
          <p:cNvSpPr>
            <a:spLocks noGrp="1"/>
          </p:cNvSpPr>
          <p:nvPr>
            <p:ph type="subTitle" idx="1"/>
          </p:nvPr>
        </p:nvSpPr>
        <p:spPr>
          <a:xfrm>
            <a:off x="3844880" y="1754991"/>
            <a:ext cx="4508641" cy="402541"/>
          </a:xfrm>
        </p:spPr>
        <p:txBody>
          <a:bodyPr vert="horz" lIns="91440" tIns="45720" rIns="91440" bIns="45720" rtlCol="0" anchor="t">
            <a:normAutofit/>
          </a:bodyPr>
          <a:lstStyle/>
          <a:p>
            <a:r>
              <a:rPr lang="en-US" sz="2000" b="1">
                <a:solidFill>
                  <a:schemeClr val="bg1"/>
                </a:solidFill>
                <a:latin typeface="Calisto MT"/>
                <a:ea typeface="Calibri"/>
                <a:cs typeface="Calibri"/>
              </a:rPr>
              <a:t>Conclusion &amp; Key Takeaways</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solidFill>
              <a:schemeClr val="bg2">
                <a:lumMod val="75000"/>
              </a:schemeClr>
            </a:solid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bg2">
              <a:lumMod val="9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7" y="4175797"/>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
        <p:nvSpPr>
          <p:cNvPr id="4" name="TextBox 3">
            <a:extLst>
              <a:ext uri="{FF2B5EF4-FFF2-40B4-BE49-F238E27FC236}">
                <a16:creationId xmlns:a16="http://schemas.microsoft.com/office/drawing/2014/main" id="{90C1A58B-A05D-B0CD-DDD6-1CEE4A3E4EFE}"/>
              </a:ext>
            </a:extLst>
          </p:cNvPr>
          <p:cNvSpPr txBox="1"/>
          <p:nvPr/>
        </p:nvSpPr>
        <p:spPr>
          <a:xfrm>
            <a:off x="10393962" y="6337763"/>
            <a:ext cx="1608985" cy="276998"/>
          </a:xfrm>
          <a:prstGeom prst="rect">
            <a:avLst/>
          </a:prstGeom>
          <a:noFill/>
        </p:spPr>
        <p:txBody>
          <a:bodyPr wrap="square">
            <a:spAutoFit/>
          </a:bodyPr>
          <a:lstStyle/>
          <a:p>
            <a:pPr algn="l">
              <a:buNone/>
            </a:pPr>
            <a:r>
              <a:rPr lang="en-US" sz="1200" b="0" i="0">
                <a:solidFill>
                  <a:srgbClr val="333333"/>
                </a:solidFill>
                <a:effectLst/>
                <a:latin typeface="Inter"/>
              </a:rPr>
              <a:t>SYSTEM OVERVIEW</a:t>
            </a:r>
          </a:p>
        </p:txBody>
      </p:sp>
      <p:sp>
        <p:nvSpPr>
          <p:cNvPr id="5" name="TextBox 4">
            <a:extLst>
              <a:ext uri="{FF2B5EF4-FFF2-40B4-BE49-F238E27FC236}">
                <a16:creationId xmlns:a16="http://schemas.microsoft.com/office/drawing/2014/main" id="{CCAE6945-DED8-88EA-F288-5E0DE63F5690}"/>
              </a:ext>
            </a:extLst>
          </p:cNvPr>
          <p:cNvSpPr txBox="1"/>
          <p:nvPr/>
        </p:nvSpPr>
        <p:spPr>
          <a:xfrm>
            <a:off x="618378" y="6382464"/>
            <a:ext cx="2429622" cy="276999"/>
          </a:xfrm>
          <a:prstGeom prst="rect">
            <a:avLst/>
          </a:prstGeom>
          <a:noFill/>
        </p:spPr>
        <p:txBody>
          <a:bodyPr wrap="square">
            <a:spAutoFit/>
          </a:bodyPr>
          <a:lstStyle/>
          <a:p>
            <a:pPr algn="l">
              <a:buNone/>
            </a:pPr>
            <a:r>
              <a:rPr lang="en-ZA" sz="1200" b="0" i="0">
                <a:solidFill>
                  <a:srgbClr val="333333"/>
                </a:solidFill>
                <a:effectLst/>
                <a:latin typeface="Inter"/>
              </a:rPr>
              <a:t>Group 6: Six and Stones</a:t>
            </a:r>
            <a:endParaRPr lang="en-US" sz="1200" b="0" i="0">
              <a:solidFill>
                <a:srgbClr val="333333"/>
              </a:solidFill>
              <a:effectLst/>
              <a:latin typeface="Inter"/>
            </a:endParaRPr>
          </a:p>
        </p:txBody>
      </p:sp>
      <p:pic>
        <p:nvPicPr>
          <p:cNvPr id="6" name="Graphic 5" descr="Stacked Rocks with solid fill">
            <a:extLst>
              <a:ext uri="{FF2B5EF4-FFF2-40B4-BE49-F238E27FC236}">
                <a16:creationId xmlns:a16="http://schemas.microsoft.com/office/drawing/2014/main" id="{F137AE8A-6A57-B3DF-7090-DBFCF720F0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56083" y="6374366"/>
            <a:ext cx="299605" cy="273628"/>
          </a:xfrm>
          <a:prstGeom prst="rect">
            <a:avLst/>
          </a:prstGeom>
        </p:spPr>
      </p:pic>
    </p:spTree>
    <p:extLst>
      <p:ext uri="{BB962C8B-B14F-4D97-AF65-F5344CB8AC3E}">
        <p14:creationId xmlns:p14="http://schemas.microsoft.com/office/powerpoint/2010/main" val="1489735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LAKE RIDGE COMMUNITY HOSPITAL MANAGEMENT SYSTEM</vt:lpstr>
      <vt:lpstr>PowerPoint Presentation</vt:lpstr>
      <vt:lpstr>PowerPoint Presentation</vt:lpstr>
      <vt:lpstr>PowerPoint Presentation</vt:lpstr>
      <vt:lpstr>PowerPoint Presentation</vt:lpstr>
      <vt:lpstr>PowerPoint Presentation</vt:lpstr>
      <vt:lpstr>Transaction &amp; Concurrency Control in the LRCH Database   </vt:lpstr>
      <vt:lpstr>The LRCH database system provides a secure and organized way to manage patient records, bookings, treatments, items, staff activity, and billing. Its structure ensures that all hospital data is connected, accurate, and available in real time, replacing the delays and errors of paper-based processes.  Through strong transaction and concurrency control, the system prevents conflicts such as double-booking, duplicate charges, and incomplete updates. This keeps information consistent and reliable across all departments. Overall, the database fulfills LRCH’s mission by improving efficiency, supporting better patient care, and creating a dependable foundation for future hospital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Tinotenda Chibi</dc:creator>
  <cp:revision>1</cp:revision>
  <dcterms:created xsi:type="dcterms:W3CDTF">2025-12-01T17:06:26Z</dcterms:created>
  <dcterms:modified xsi:type="dcterms:W3CDTF">2025-12-02T22:26:34Z</dcterms:modified>
</cp:coreProperties>
</file>